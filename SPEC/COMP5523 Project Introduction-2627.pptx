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11089561" r:id="rId14"/>
    <p:sldId id="268" r:id="rId15"/>
    <p:sldId id="269" r:id="rId16"/>
    <p:sldId id="270" r:id="rId17"/>
    <p:sldId id="278" r:id="rId18"/>
    <p:sldId id="271" r:id="rId19"/>
    <p:sldId id="272" r:id="rId20"/>
    <p:sldId id="273" r:id="rId21"/>
    <p:sldId id="274" r:id="rId22"/>
    <p:sldId id="275" r:id="rId23"/>
    <p:sldId id="276" r:id="rId24"/>
    <p:sldId id="279" r:id="rId25"/>
    <p:sldId id="277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3333FF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71060" autoAdjust="0"/>
  </p:normalViewPr>
  <p:slideViewPr>
    <p:cSldViewPr snapToGrid="0">
      <p:cViewPr varScale="1">
        <p:scale>
          <a:sx n="81" d="100"/>
          <a:sy n="81" d="100"/>
        </p:scale>
        <p:origin x="1232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F727A-FF93-4CFB-9479-6586006E0E96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1F1F6-98E6-40CD-A065-45AAF08E0A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/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887788" y="1018594"/>
            <a:ext cx="3412736" cy="2410406"/>
          </a:xfrm>
          <a:custGeom>
            <a:avLst/>
            <a:gdLst>
              <a:gd name="connsiteX0" fmla="*/ 0 w 5451934"/>
              <a:gd name="connsiteY0" fmla="*/ 0 h 3856650"/>
              <a:gd name="connsiteX1" fmla="*/ 5451934 w 5451934"/>
              <a:gd name="connsiteY1" fmla="*/ 0 h 3856650"/>
              <a:gd name="connsiteX2" fmla="*/ 5451934 w 5451934"/>
              <a:gd name="connsiteY2" fmla="*/ 3856650 h 3856650"/>
              <a:gd name="connsiteX3" fmla="*/ 0 w 5451934"/>
              <a:gd name="connsiteY3" fmla="*/ 3856650 h 385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1934" h="3856650">
                <a:moveTo>
                  <a:pt x="0" y="0"/>
                </a:moveTo>
                <a:lnTo>
                  <a:pt x="5451934" y="0"/>
                </a:lnTo>
                <a:lnTo>
                  <a:pt x="5451934" y="3856650"/>
                </a:lnTo>
                <a:lnTo>
                  <a:pt x="0" y="38566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891476" y="1018594"/>
            <a:ext cx="3412736" cy="2410406"/>
          </a:xfrm>
          <a:custGeom>
            <a:avLst/>
            <a:gdLst>
              <a:gd name="connsiteX0" fmla="*/ 0 w 5451934"/>
              <a:gd name="connsiteY0" fmla="*/ 0 h 3856650"/>
              <a:gd name="connsiteX1" fmla="*/ 5451934 w 5451934"/>
              <a:gd name="connsiteY1" fmla="*/ 0 h 3856650"/>
              <a:gd name="connsiteX2" fmla="*/ 5451934 w 5451934"/>
              <a:gd name="connsiteY2" fmla="*/ 3856650 h 3856650"/>
              <a:gd name="connsiteX3" fmla="*/ 0 w 5451934"/>
              <a:gd name="connsiteY3" fmla="*/ 3856650 h 385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1934" h="3856650">
                <a:moveTo>
                  <a:pt x="0" y="0"/>
                </a:moveTo>
                <a:lnTo>
                  <a:pt x="5451934" y="0"/>
                </a:lnTo>
                <a:lnTo>
                  <a:pt x="5451934" y="3856650"/>
                </a:lnTo>
                <a:lnTo>
                  <a:pt x="0" y="38566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4885862" y="2115030"/>
            <a:ext cx="1967324" cy="2207785"/>
          </a:xfrm>
          <a:custGeom>
            <a:avLst/>
            <a:gdLst>
              <a:gd name="connsiteX0" fmla="*/ 1571643 w 3142852"/>
              <a:gd name="connsiteY0" fmla="*/ 0 h 3532456"/>
              <a:gd name="connsiteX1" fmla="*/ 1601512 w 3142852"/>
              <a:gd name="connsiteY1" fmla="*/ 1541 h 3532456"/>
              <a:gd name="connsiteX2" fmla="*/ 1632249 w 3142852"/>
              <a:gd name="connsiteY2" fmla="*/ 6384 h 3532456"/>
              <a:gd name="connsiteX3" fmla="*/ 1663850 w 3142852"/>
              <a:gd name="connsiteY3" fmla="*/ 14088 h 3532456"/>
              <a:gd name="connsiteX4" fmla="*/ 1696534 w 3142852"/>
              <a:gd name="connsiteY4" fmla="*/ 25093 h 3532456"/>
              <a:gd name="connsiteX5" fmla="*/ 1731167 w 3142852"/>
              <a:gd name="connsiteY5" fmla="*/ 39402 h 3532456"/>
              <a:gd name="connsiteX6" fmla="*/ 1767962 w 3142852"/>
              <a:gd name="connsiteY6" fmla="*/ 56570 h 3532456"/>
              <a:gd name="connsiteX7" fmla="*/ 1807356 w 3142852"/>
              <a:gd name="connsiteY7" fmla="*/ 77042 h 3532456"/>
              <a:gd name="connsiteX8" fmla="*/ 1849781 w 3142852"/>
              <a:gd name="connsiteY8" fmla="*/ 100374 h 3532456"/>
              <a:gd name="connsiteX9" fmla="*/ 1895668 w 3142852"/>
              <a:gd name="connsiteY9" fmla="*/ 127229 h 3532456"/>
              <a:gd name="connsiteX10" fmla="*/ 1945668 w 3142852"/>
              <a:gd name="connsiteY10" fmla="*/ 156945 h 3532456"/>
              <a:gd name="connsiteX11" fmla="*/ 1999997 w 3142852"/>
              <a:gd name="connsiteY11" fmla="*/ 190182 h 3532456"/>
              <a:gd name="connsiteX12" fmla="*/ 2059304 w 3142852"/>
              <a:gd name="connsiteY12" fmla="*/ 226062 h 3532456"/>
              <a:gd name="connsiteX13" fmla="*/ 2123806 w 3142852"/>
              <a:gd name="connsiteY13" fmla="*/ 265462 h 3532456"/>
              <a:gd name="connsiteX14" fmla="*/ 2193936 w 3142852"/>
              <a:gd name="connsiteY14" fmla="*/ 307725 h 3532456"/>
              <a:gd name="connsiteX15" fmla="*/ 2270342 w 3142852"/>
              <a:gd name="connsiteY15" fmla="*/ 353510 h 3532456"/>
              <a:gd name="connsiteX16" fmla="*/ 2353459 w 3142852"/>
              <a:gd name="connsiteY16" fmla="*/ 401935 h 3532456"/>
              <a:gd name="connsiteX17" fmla="*/ 2436576 w 3142852"/>
              <a:gd name="connsiteY17" fmla="*/ 450142 h 3532456"/>
              <a:gd name="connsiteX18" fmla="*/ 2514065 w 3142852"/>
              <a:gd name="connsiteY18" fmla="*/ 493945 h 3532456"/>
              <a:gd name="connsiteX19" fmla="*/ 2585493 w 3142852"/>
              <a:gd name="connsiteY19" fmla="*/ 534007 h 3532456"/>
              <a:gd name="connsiteX20" fmla="*/ 2651727 w 3142852"/>
              <a:gd name="connsiteY20" fmla="*/ 570766 h 3532456"/>
              <a:gd name="connsiteX21" fmla="*/ 2712117 w 3142852"/>
              <a:gd name="connsiteY21" fmla="*/ 604225 h 3532456"/>
              <a:gd name="connsiteX22" fmla="*/ 2767744 w 3142852"/>
              <a:gd name="connsiteY22" fmla="*/ 635262 h 3532456"/>
              <a:gd name="connsiteX23" fmla="*/ 2818394 w 3142852"/>
              <a:gd name="connsiteY23" fmla="*/ 663876 h 3532456"/>
              <a:gd name="connsiteX24" fmla="*/ 2864281 w 3142852"/>
              <a:gd name="connsiteY24" fmla="*/ 690511 h 3532456"/>
              <a:gd name="connsiteX25" fmla="*/ 2905840 w 3142852"/>
              <a:gd name="connsiteY25" fmla="*/ 716044 h 3532456"/>
              <a:gd name="connsiteX26" fmla="*/ 2943286 w 3142852"/>
              <a:gd name="connsiteY26" fmla="*/ 740037 h 3532456"/>
              <a:gd name="connsiteX27" fmla="*/ 2976186 w 3142852"/>
              <a:gd name="connsiteY27" fmla="*/ 763370 h 3532456"/>
              <a:gd name="connsiteX28" fmla="*/ 3005840 w 3142852"/>
              <a:gd name="connsiteY28" fmla="*/ 786702 h 3532456"/>
              <a:gd name="connsiteX29" fmla="*/ 3031813 w 3142852"/>
              <a:gd name="connsiteY29" fmla="*/ 809595 h 3532456"/>
              <a:gd name="connsiteX30" fmla="*/ 3054108 w 3142852"/>
              <a:gd name="connsiteY30" fmla="*/ 833147 h 3532456"/>
              <a:gd name="connsiteX31" fmla="*/ 3073588 w 3142852"/>
              <a:gd name="connsiteY31" fmla="*/ 857580 h 3532456"/>
              <a:gd name="connsiteX32" fmla="*/ 3090038 w 3142852"/>
              <a:gd name="connsiteY32" fmla="*/ 883114 h 3532456"/>
              <a:gd name="connsiteX33" fmla="*/ 3103675 w 3142852"/>
              <a:gd name="connsiteY33" fmla="*/ 910189 h 3532456"/>
              <a:gd name="connsiteX34" fmla="*/ 3114930 w 3142852"/>
              <a:gd name="connsiteY34" fmla="*/ 939245 h 3532456"/>
              <a:gd name="connsiteX35" fmla="*/ 3124021 w 3142852"/>
              <a:gd name="connsiteY35" fmla="*/ 970722 h 3532456"/>
              <a:gd name="connsiteX36" fmla="*/ 3130731 w 3142852"/>
              <a:gd name="connsiteY36" fmla="*/ 1004840 h 3532456"/>
              <a:gd name="connsiteX37" fmla="*/ 3136142 w 3142852"/>
              <a:gd name="connsiteY37" fmla="*/ 1042039 h 3532456"/>
              <a:gd name="connsiteX38" fmla="*/ 3139605 w 3142852"/>
              <a:gd name="connsiteY38" fmla="*/ 1082762 h 3532456"/>
              <a:gd name="connsiteX39" fmla="*/ 3141770 w 3142852"/>
              <a:gd name="connsiteY39" fmla="*/ 1127225 h 3532456"/>
              <a:gd name="connsiteX40" fmla="*/ 3142636 w 3142852"/>
              <a:gd name="connsiteY40" fmla="*/ 1176091 h 3532456"/>
              <a:gd name="connsiteX41" fmla="*/ 3142852 w 3142852"/>
              <a:gd name="connsiteY41" fmla="*/ 1229800 h 3532456"/>
              <a:gd name="connsiteX42" fmla="*/ 3142203 w 3142852"/>
              <a:gd name="connsiteY42" fmla="*/ 1288352 h 3532456"/>
              <a:gd name="connsiteX43" fmla="*/ 3140904 w 3142852"/>
              <a:gd name="connsiteY43" fmla="*/ 1351966 h 3532456"/>
              <a:gd name="connsiteX44" fmla="*/ 3139605 w 3142852"/>
              <a:gd name="connsiteY44" fmla="*/ 1421743 h 3532456"/>
              <a:gd name="connsiteX45" fmla="*/ 3138090 w 3142852"/>
              <a:gd name="connsiteY45" fmla="*/ 1497684 h 3532456"/>
              <a:gd name="connsiteX46" fmla="*/ 3136791 w 3142852"/>
              <a:gd name="connsiteY46" fmla="*/ 1580009 h 3532456"/>
              <a:gd name="connsiteX47" fmla="*/ 3135709 w 3142852"/>
              <a:gd name="connsiteY47" fmla="*/ 1669596 h 3532456"/>
              <a:gd name="connsiteX48" fmla="*/ 3135277 w 3142852"/>
              <a:gd name="connsiteY48" fmla="*/ 1766229 h 3532456"/>
              <a:gd name="connsiteX49" fmla="*/ 3135709 w 3142852"/>
              <a:gd name="connsiteY49" fmla="*/ 1862860 h 3532456"/>
              <a:gd name="connsiteX50" fmla="*/ 3136791 w 3142852"/>
              <a:gd name="connsiteY50" fmla="*/ 1952449 h 3532456"/>
              <a:gd name="connsiteX51" fmla="*/ 3138090 w 3142852"/>
              <a:gd name="connsiteY51" fmla="*/ 2034773 h 3532456"/>
              <a:gd name="connsiteX52" fmla="*/ 3139605 w 3142852"/>
              <a:gd name="connsiteY52" fmla="*/ 2110713 h 3532456"/>
              <a:gd name="connsiteX53" fmla="*/ 3140904 w 3142852"/>
              <a:gd name="connsiteY53" fmla="*/ 2180490 h 3532456"/>
              <a:gd name="connsiteX54" fmla="*/ 3142203 w 3142852"/>
              <a:gd name="connsiteY54" fmla="*/ 2244105 h 3532456"/>
              <a:gd name="connsiteX55" fmla="*/ 3142852 w 3142852"/>
              <a:gd name="connsiteY55" fmla="*/ 2302656 h 3532456"/>
              <a:gd name="connsiteX56" fmla="*/ 3142636 w 3142852"/>
              <a:gd name="connsiteY56" fmla="*/ 2356365 h 3532456"/>
              <a:gd name="connsiteX57" fmla="*/ 3141770 w 3142852"/>
              <a:gd name="connsiteY57" fmla="*/ 2405231 h 3532456"/>
              <a:gd name="connsiteX58" fmla="*/ 3139605 w 3142852"/>
              <a:gd name="connsiteY58" fmla="*/ 2449695 h 3532456"/>
              <a:gd name="connsiteX59" fmla="*/ 3136142 w 3142852"/>
              <a:gd name="connsiteY59" fmla="*/ 2490417 h 3532456"/>
              <a:gd name="connsiteX60" fmla="*/ 3130948 w 3142852"/>
              <a:gd name="connsiteY60" fmla="*/ 2527617 h 3532456"/>
              <a:gd name="connsiteX61" fmla="*/ 3124021 w 3142852"/>
              <a:gd name="connsiteY61" fmla="*/ 2561736 h 3532456"/>
              <a:gd name="connsiteX62" fmla="*/ 3114930 w 3142852"/>
              <a:gd name="connsiteY62" fmla="*/ 2593213 h 3532456"/>
              <a:gd name="connsiteX63" fmla="*/ 3103675 w 3142852"/>
              <a:gd name="connsiteY63" fmla="*/ 2622267 h 3532456"/>
              <a:gd name="connsiteX64" fmla="*/ 3090038 w 3142852"/>
              <a:gd name="connsiteY64" fmla="*/ 2649342 h 3532456"/>
              <a:gd name="connsiteX65" fmla="*/ 3073588 w 3142852"/>
              <a:gd name="connsiteY65" fmla="*/ 2674876 h 3532456"/>
              <a:gd name="connsiteX66" fmla="*/ 3054108 w 3142852"/>
              <a:gd name="connsiteY66" fmla="*/ 2699309 h 3532456"/>
              <a:gd name="connsiteX67" fmla="*/ 3031813 w 3142852"/>
              <a:gd name="connsiteY67" fmla="*/ 2722862 h 3532456"/>
              <a:gd name="connsiteX68" fmla="*/ 3005840 w 3142852"/>
              <a:gd name="connsiteY68" fmla="*/ 2745754 h 3532456"/>
              <a:gd name="connsiteX69" fmla="*/ 2976402 w 3142852"/>
              <a:gd name="connsiteY69" fmla="*/ 2769086 h 3532456"/>
              <a:gd name="connsiteX70" fmla="*/ 2943286 w 3142852"/>
              <a:gd name="connsiteY70" fmla="*/ 2792419 h 3532456"/>
              <a:gd name="connsiteX71" fmla="*/ 2905840 w 3142852"/>
              <a:gd name="connsiteY71" fmla="*/ 2816632 h 3532456"/>
              <a:gd name="connsiteX72" fmla="*/ 2864498 w 3142852"/>
              <a:gd name="connsiteY72" fmla="*/ 2841945 h 3532456"/>
              <a:gd name="connsiteX73" fmla="*/ 2818394 w 3142852"/>
              <a:gd name="connsiteY73" fmla="*/ 2868580 h 3532456"/>
              <a:gd name="connsiteX74" fmla="*/ 2767744 w 3142852"/>
              <a:gd name="connsiteY74" fmla="*/ 2897196 h 3532456"/>
              <a:gd name="connsiteX75" fmla="*/ 2712117 w 3142852"/>
              <a:gd name="connsiteY75" fmla="*/ 2928232 h 3532456"/>
              <a:gd name="connsiteX76" fmla="*/ 2651727 w 3142852"/>
              <a:gd name="connsiteY76" fmla="*/ 2961910 h 3532456"/>
              <a:gd name="connsiteX77" fmla="*/ 2585493 w 3142852"/>
              <a:gd name="connsiteY77" fmla="*/ 2998669 h 3532456"/>
              <a:gd name="connsiteX78" fmla="*/ 2514065 w 3142852"/>
              <a:gd name="connsiteY78" fmla="*/ 3038511 h 3532456"/>
              <a:gd name="connsiteX79" fmla="*/ 2436576 w 3142852"/>
              <a:gd name="connsiteY79" fmla="*/ 3082314 h 3532456"/>
              <a:gd name="connsiteX80" fmla="*/ 2353459 w 3142852"/>
              <a:gd name="connsiteY80" fmla="*/ 3130521 h 3532456"/>
              <a:gd name="connsiteX81" fmla="*/ 2270342 w 3142852"/>
              <a:gd name="connsiteY81" fmla="*/ 3178947 h 3532456"/>
              <a:gd name="connsiteX82" fmla="*/ 2193936 w 3142852"/>
              <a:gd name="connsiteY82" fmla="*/ 3224731 h 3532456"/>
              <a:gd name="connsiteX83" fmla="*/ 2123806 w 3142852"/>
              <a:gd name="connsiteY83" fmla="*/ 3266994 h 3532456"/>
              <a:gd name="connsiteX84" fmla="*/ 2059304 w 3142852"/>
              <a:gd name="connsiteY84" fmla="*/ 3306395 h 3532456"/>
              <a:gd name="connsiteX85" fmla="*/ 1999997 w 3142852"/>
              <a:gd name="connsiteY85" fmla="*/ 3342274 h 3532456"/>
              <a:gd name="connsiteX86" fmla="*/ 1945668 w 3142852"/>
              <a:gd name="connsiteY86" fmla="*/ 3375513 h 3532456"/>
              <a:gd name="connsiteX87" fmla="*/ 1895668 w 3142852"/>
              <a:gd name="connsiteY87" fmla="*/ 3405228 h 3532456"/>
              <a:gd name="connsiteX88" fmla="*/ 1849781 w 3142852"/>
              <a:gd name="connsiteY88" fmla="*/ 3432083 h 3532456"/>
              <a:gd name="connsiteX89" fmla="*/ 1807356 w 3142852"/>
              <a:gd name="connsiteY89" fmla="*/ 3455415 h 3532456"/>
              <a:gd name="connsiteX90" fmla="*/ 1767962 w 3142852"/>
              <a:gd name="connsiteY90" fmla="*/ 3475886 h 3532456"/>
              <a:gd name="connsiteX91" fmla="*/ 1731167 w 3142852"/>
              <a:gd name="connsiteY91" fmla="*/ 3493055 h 3532456"/>
              <a:gd name="connsiteX92" fmla="*/ 1696534 w 3142852"/>
              <a:gd name="connsiteY92" fmla="*/ 3507363 h 3532456"/>
              <a:gd name="connsiteX93" fmla="*/ 1663850 w 3142852"/>
              <a:gd name="connsiteY93" fmla="*/ 3518369 h 3532456"/>
              <a:gd name="connsiteX94" fmla="*/ 1632249 w 3142852"/>
              <a:gd name="connsiteY94" fmla="*/ 3526073 h 3532456"/>
              <a:gd name="connsiteX95" fmla="*/ 1601512 w 3142852"/>
              <a:gd name="connsiteY95" fmla="*/ 3530916 h 3532456"/>
              <a:gd name="connsiteX96" fmla="*/ 1571643 w 3142852"/>
              <a:gd name="connsiteY96" fmla="*/ 3532456 h 3532456"/>
              <a:gd name="connsiteX97" fmla="*/ 1541339 w 3142852"/>
              <a:gd name="connsiteY97" fmla="*/ 3530916 h 3532456"/>
              <a:gd name="connsiteX98" fmla="*/ 1510604 w 3142852"/>
              <a:gd name="connsiteY98" fmla="*/ 3526073 h 3532456"/>
              <a:gd name="connsiteX99" fmla="*/ 1479003 w 3142852"/>
              <a:gd name="connsiteY99" fmla="*/ 3518369 h 3532456"/>
              <a:gd name="connsiteX100" fmla="*/ 1446318 w 3142852"/>
              <a:gd name="connsiteY100" fmla="*/ 3507363 h 3532456"/>
              <a:gd name="connsiteX101" fmla="*/ 1411687 w 3142852"/>
              <a:gd name="connsiteY101" fmla="*/ 3493055 h 3532456"/>
              <a:gd name="connsiteX102" fmla="*/ 1374890 w 3142852"/>
              <a:gd name="connsiteY102" fmla="*/ 3475886 h 3532456"/>
              <a:gd name="connsiteX103" fmla="*/ 1335496 w 3142852"/>
              <a:gd name="connsiteY103" fmla="*/ 3455415 h 3532456"/>
              <a:gd name="connsiteX104" fmla="*/ 1293071 w 3142852"/>
              <a:gd name="connsiteY104" fmla="*/ 3432083 h 3532456"/>
              <a:gd name="connsiteX105" fmla="*/ 1247184 w 3142852"/>
              <a:gd name="connsiteY105" fmla="*/ 3405228 h 3532456"/>
              <a:gd name="connsiteX106" fmla="*/ 1197184 w 3142852"/>
              <a:gd name="connsiteY106" fmla="*/ 3375513 h 3532456"/>
              <a:gd name="connsiteX107" fmla="*/ 1142856 w 3142852"/>
              <a:gd name="connsiteY107" fmla="*/ 3342274 h 3532456"/>
              <a:gd name="connsiteX108" fmla="*/ 1083548 w 3142852"/>
              <a:gd name="connsiteY108" fmla="*/ 3306395 h 3532456"/>
              <a:gd name="connsiteX109" fmla="*/ 1019046 w 3142852"/>
              <a:gd name="connsiteY109" fmla="*/ 3266994 h 3532456"/>
              <a:gd name="connsiteX110" fmla="*/ 948917 w 3142852"/>
              <a:gd name="connsiteY110" fmla="*/ 3224731 h 3532456"/>
              <a:gd name="connsiteX111" fmla="*/ 872510 w 3142852"/>
              <a:gd name="connsiteY111" fmla="*/ 3178947 h 3532456"/>
              <a:gd name="connsiteX112" fmla="*/ 789393 w 3142852"/>
              <a:gd name="connsiteY112" fmla="*/ 3130521 h 3532456"/>
              <a:gd name="connsiteX113" fmla="*/ 706276 w 3142852"/>
              <a:gd name="connsiteY113" fmla="*/ 3082314 h 3532456"/>
              <a:gd name="connsiteX114" fmla="*/ 628786 w 3142852"/>
              <a:gd name="connsiteY114" fmla="*/ 3038511 h 3532456"/>
              <a:gd name="connsiteX115" fmla="*/ 557359 w 3142852"/>
              <a:gd name="connsiteY115" fmla="*/ 2998450 h 3532456"/>
              <a:gd name="connsiteX116" fmla="*/ 491125 w 3142852"/>
              <a:gd name="connsiteY116" fmla="*/ 2961690 h 3532456"/>
              <a:gd name="connsiteX117" fmla="*/ 430735 w 3142852"/>
              <a:gd name="connsiteY117" fmla="*/ 2928232 h 3532456"/>
              <a:gd name="connsiteX118" fmla="*/ 375108 w 3142852"/>
              <a:gd name="connsiteY118" fmla="*/ 2897196 h 3532456"/>
              <a:gd name="connsiteX119" fmla="*/ 324458 w 3142852"/>
              <a:gd name="connsiteY119" fmla="*/ 2868580 h 3532456"/>
              <a:gd name="connsiteX120" fmla="*/ 278571 w 3142852"/>
              <a:gd name="connsiteY120" fmla="*/ 2841945 h 3532456"/>
              <a:gd name="connsiteX121" fmla="*/ 237012 w 3142852"/>
              <a:gd name="connsiteY121" fmla="*/ 2816412 h 3532456"/>
              <a:gd name="connsiteX122" fmla="*/ 199567 w 3142852"/>
              <a:gd name="connsiteY122" fmla="*/ 2792419 h 3532456"/>
              <a:gd name="connsiteX123" fmla="*/ 166667 w 3142852"/>
              <a:gd name="connsiteY123" fmla="*/ 2769086 h 3532456"/>
              <a:gd name="connsiteX124" fmla="*/ 137013 w 3142852"/>
              <a:gd name="connsiteY124" fmla="*/ 2745754 h 3532456"/>
              <a:gd name="connsiteX125" fmla="*/ 111039 w 3142852"/>
              <a:gd name="connsiteY125" fmla="*/ 2722862 h 3532456"/>
              <a:gd name="connsiteX126" fmla="*/ 88744 w 3142852"/>
              <a:gd name="connsiteY126" fmla="*/ 2699309 h 3532456"/>
              <a:gd name="connsiteX127" fmla="*/ 69264 w 3142852"/>
              <a:gd name="connsiteY127" fmla="*/ 2674876 h 3532456"/>
              <a:gd name="connsiteX128" fmla="*/ 52814 w 3142852"/>
              <a:gd name="connsiteY128" fmla="*/ 2649342 h 3532456"/>
              <a:gd name="connsiteX129" fmla="*/ 39178 w 3142852"/>
              <a:gd name="connsiteY129" fmla="*/ 2622267 h 3532456"/>
              <a:gd name="connsiteX130" fmla="*/ 27922 w 3142852"/>
              <a:gd name="connsiteY130" fmla="*/ 2593213 h 3532456"/>
              <a:gd name="connsiteX131" fmla="*/ 18831 w 3142852"/>
              <a:gd name="connsiteY131" fmla="*/ 2561736 h 3532456"/>
              <a:gd name="connsiteX132" fmla="*/ 12121 w 3142852"/>
              <a:gd name="connsiteY132" fmla="*/ 2527617 h 3532456"/>
              <a:gd name="connsiteX133" fmla="*/ 6710 w 3142852"/>
              <a:gd name="connsiteY133" fmla="*/ 2490417 h 3532456"/>
              <a:gd name="connsiteX134" fmla="*/ 3246 w 3142852"/>
              <a:gd name="connsiteY134" fmla="*/ 2449695 h 3532456"/>
              <a:gd name="connsiteX135" fmla="*/ 1082 w 3142852"/>
              <a:gd name="connsiteY135" fmla="*/ 2405231 h 3532456"/>
              <a:gd name="connsiteX136" fmla="*/ 216 w 3142852"/>
              <a:gd name="connsiteY136" fmla="*/ 2356365 h 3532456"/>
              <a:gd name="connsiteX137" fmla="*/ 0 w 3142852"/>
              <a:gd name="connsiteY137" fmla="*/ 2302656 h 3532456"/>
              <a:gd name="connsiteX138" fmla="*/ 649 w 3142852"/>
              <a:gd name="connsiteY138" fmla="*/ 2244105 h 3532456"/>
              <a:gd name="connsiteX139" fmla="*/ 1948 w 3142852"/>
              <a:gd name="connsiteY139" fmla="*/ 2180490 h 3532456"/>
              <a:gd name="connsiteX140" fmla="*/ 3246 w 3142852"/>
              <a:gd name="connsiteY140" fmla="*/ 2110713 h 3532456"/>
              <a:gd name="connsiteX141" fmla="*/ 4762 w 3142852"/>
              <a:gd name="connsiteY141" fmla="*/ 2034773 h 3532456"/>
              <a:gd name="connsiteX142" fmla="*/ 6061 w 3142852"/>
              <a:gd name="connsiteY142" fmla="*/ 1952449 h 3532456"/>
              <a:gd name="connsiteX143" fmla="*/ 7143 w 3142852"/>
              <a:gd name="connsiteY143" fmla="*/ 1862860 h 3532456"/>
              <a:gd name="connsiteX144" fmla="*/ 7576 w 3142852"/>
              <a:gd name="connsiteY144" fmla="*/ 1766229 h 3532456"/>
              <a:gd name="connsiteX145" fmla="*/ 7143 w 3142852"/>
              <a:gd name="connsiteY145" fmla="*/ 1669596 h 3532456"/>
              <a:gd name="connsiteX146" fmla="*/ 6061 w 3142852"/>
              <a:gd name="connsiteY146" fmla="*/ 1580009 h 3532456"/>
              <a:gd name="connsiteX147" fmla="*/ 4762 w 3142852"/>
              <a:gd name="connsiteY147" fmla="*/ 1497684 h 3532456"/>
              <a:gd name="connsiteX148" fmla="*/ 3246 w 3142852"/>
              <a:gd name="connsiteY148" fmla="*/ 1421743 h 3532456"/>
              <a:gd name="connsiteX149" fmla="*/ 1948 w 3142852"/>
              <a:gd name="connsiteY149" fmla="*/ 1351966 h 3532456"/>
              <a:gd name="connsiteX150" fmla="*/ 649 w 3142852"/>
              <a:gd name="connsiteY150" fmla="*/ 1288352 h 3532456"/>
              <a:gd name="connsiteX151" fmla="*/ 0 w 3142852"/>
              <a:gd name="connsiteY151" fmla="*/ 1229800 h 3532456"/>
              <a:gd name="connsiteX152" fmla="*/ 216 w 3142852"/>
              <a:gd name="connsiteY152" fmla="*/ 1176091 h 3532456"/>
              <a:gd name="connsiteX153" fmla="*/ 1082 w 3142852"/>
              <a:gd name="connsiteY153" fmla="*/ 1127225 h 3532456"/>
              <a:gd name="connsiteX154" fmla="*/ 3246 w 3142852"/>
              <a:gd name="connsiteY154" fmla="*/ 1082762 h 3532456"/>
              <a:gd name="connsiteX155" fmla="*/ 6710 w 3142852"/>
              <a:gd name="connsiteY155" fmla="*/ 1042039 h 3532456"/>
              <a:gd name="connsiteX156" fmla="*/ 11905 w 3142852"/>
              <a:gd name="connsiteY156" fmla="*/ 1004840 h 3532456"/>
              <a:gd name="connsiteX157" fmla="*/ 18831 w 3142852"/>
              <a:gd name="connsiteY157" fmla="*/ 970722 h 3532456"/>
              <a:gd name="connsiteX158" fmla="*/ 27922 w 3142852"/>
              <a:gd name="connsiteY158" fmla="*/ 939245 h 3532456"/>
              <a:gd name="connsiteX159" fmla="*/ 39178 w 3142852"/>
              <a:gd name="connsiteY159" fmla="*/ 910189 h 3532456"/>
              <a:gd name="connsiteX160" fmla="*/ 52814 w 3142852"/>
              <a:gd name="connsiteY160" fmla="*/ 883114 h 3532456"/>
              <a:gd name="connsiteX161" fmla="*/ 69264 w 3142852"/>
              <a:gd name="connsiteY161" fmla="*/ 857580 h 3532456"/>
              <a:gd name="connsiteX162" fmla="*/ 88744 w 3142852"/>
              <a:gd name="connsiteY162" fmla="*/ 833147 h 3532456"/>
              <a:gd name="connsiteX163" fmla="*/ 111039 w 3142852"/>
              <a:gd name="connsiteY163" fmla="*/ 809595 h 3532456"/>
              <a:gd name="connsiteX164" fmla="*/ 137013 w 3142852"/>
              <a:gd name="connsiteY164" fmla="*/ 786702 h 3532456"/>
              <a:gd name="connsiteX165" fmla="*/ 166450 w 3142852"/>
              <a:gd name="connsiteY165" fmla="*/ 763370 h 3532456"/>
              <a:gd name="connsiteX166" fmla="*/ 199567 w 3142852"/>
              <a:gd name="connsiteY166" fmla="*/ 740037 h 3532456"/>
              <a:gd name="connsiteX167" fmla="*/ 237012 w 3142852"/>
              <a:gd name="connsiteY167" fmla="*/ 715825 h 3532456"/>
              <a:gd name="connsiteX168" fmla="*/ 278354 w 3142852"/>
              <a:gd name="connsiteY168" fmla="*/ 690511 h 3532456"/>
              <a:gd name="connsiteX169" fmla="*/ 324458 w 3142852"/>
              <a:gd name="connsiteY169" fmla="*/ 663876 h 3532456"/>
              <a:gd name="connsiteX170" fmla="*/ 375108 w 3142852"/>
              <a:gd name="connsiteY170" fmla="*/ 635262 h 3532456"/>
              <a:gd name="connsiteX171" fmla="*/ 430735 w 3142852"/>
              <a:gd name="connsiteY171" fmla="*/ 604225 h 3532456"/>
              <a:gd name="connsiteX172" fmla="*/ 491125 w 3142852"/>
              <a:gd name="connsiteY172" fmla="*/ 570547 h 3532456"/>
              <a:gd name="connsiteX173" fmla="*/ 557359 w 3142852"/>
              <a:gd name="connsiteY173" fmla="*/ 533787 h 3532456"/>
              <a:gd name="connsiteX174" fmla="*/ 628786 w 3142852"/>
              <a:gd name="connsiteY174" fmla="*/ 493945 h 3532456"/>
              <a:gd name="connsiteX175" fmla="*/ 706276 w 3142852"/>
              <a:gd name="connsiteY175" fmla="*/ 450142 h 3532456"/>
              <a:gd name="connsiteX176" fmla="*/ 789393 w 3142852"/>
              <a:gd name="connsiteY176" fmla="*/ 401935 h 3532456"/>
              <a:gd name="connsiteX177" fmla="*/ 872510 w 3142852"/>
              <a:gd name="connsiteY177" fmla="*/ 353510 h 3532456"/>
              <a:gd name="connsiteX178" fmla="*/ 948917 w 3142852"/>
              <a:gd name="connsiteY178" fmla="*/ 307725 h 3532456"/>
              <a:gd name="connsiteX179" fmla="*/ 1019046 w 3142852"/>
              <a:gd name="connsiteY179" fmla="*/ 265462 h 3532456"/>
              <a:gd name="connsiteX180" fmla="*/ 1083548 w 3142852"/>
              <a:gd name="connsiteY180" fmla="*/ 226062 h 3532456"/>
              <a:gd name="connsiteX181" fmla="*/ 1142856 w 3142852"/>
              <a:gd name="connsiteY181" fmla="*/ 190182 h 3532456"/>
              <a:gd name="connsiteX182" fmla="*/ 1197184 w 3142852"/>
              <a:gd name="connsiteY182" fmla="*/ 156945 h 3532456"/>
              <a:gd name="connsiteX183" fmla="*/ 1247184 w 3142852"/>
              <a:gd name="connsiteY183" fmla="*/ 127229 h 3532456"/>
              <a:gd name="connsiteX184" fmla="*/ 1293071 w 3142852"/>
              <a:gd name="connsiteY184" fmla="*/ 100374 h 3532456"/>
              <a:gd name="connsiteX185" fmla="*/ 1335496 w 3142852"/>
              <a:gd name="connsiteY185" fmla="*/ 77042 h 3532456"/>
              <a:gd name="connsiteX186" fmla="*/ 1374890 w 3142852"/>
              <a:gd name="connsiteY186" fmla="*/ 56570 h 3532456"/>
              <a:gd name="connsiteX187" fmla="*/ 1411687 w 3142852"/>
              <a:gd name="connsiteY187" fmla="*/ 39402 h 3532456"/>
              <a:gd name="connsiteX188" fmla="*/ 1446318 w 3142852"/>
              <a:gd name="connsiteY188" fmla="*/ 25093 h 3532456"/>
              <a:gd name="connsiteX189" fmla="*/ 1479003 w 3142852"/>
              <a:gd name="connsiteY189" fmla="*/ 14088 h 3532456"/>
              <a:gd name="connsiteX190" fmla="*/ 1510604 w 3142852"/>
              <a:gd name="connsiteY190" fmla="*/ 6384 h 3532456"/>
              <a:gd name="connsiteX191" fmla="*/ 1541339 w 3142852"/>
              <a:gd name="connsiteY191" fmla="*/ 1541 h 353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3142852" h="3532456">
                <a:moveTo>
                  <a:pt x="1571643" y="0"/>
                </a:moveTo>
                <a:lnTo>
                  <a:pt x="1601512" y="1541"/>
                </a:lnTo>
                <a:lnTo>
                  <a:pt x="1632249" y="6384"/>
                </a:lnTo>
                <a:lnTo>
                  <a:pt x="1663850" y="14088"/>
                </a:lnTo>
                <a:lnTo>
                  <a:pt x="1696534" y="25093"/>
                </a:lnTo>
                <a:lnTo>
                  <a:pt x="1731167" y="39402"/>
                </a:lnTo>
                <a:lnTo>
                  <a:pt x="1767962" y="56570"/>
                </a:lnTo>
                <a:lnTo>
                  <a:pt x="1807356" y="77042"/>
                </a:lnTo>
                <a:lnTo>
                  <a:pt x="1849781" y="100374"/>
                </a:lnTo>
                <a:lnTo>
                  <a:pt x="1895668" y="127229"/>
                </a:lnTo>
                <a:lnTo>
                  <a:pt x="1945668" y="156945"/>
                </a:lnTo>
                <a:lnTo>
                  <a:pt x="1999997" y="190182"/>
                </a:lnTo>
                <a:lnTo>
                  <a:pt x="2059304" y="226062"/>
                </a:lnTo>
                <a:lnTo>
                  <a:pt x="2123806" y="265462"/>
                </a:lnTo>
                <a:lnTo>
                  <a:pt x="2193936" y="307725"/>
                </a:lnTo>
                <a:lnTo>
                  <a:pt x="2270342" y="353510"/>
                </a:lnTo>
                <a:lnTo>
                  <a:pt x="2353459" y="401935"/>
                </a:lnTo>
                <a:lnTo>
                  <a:pt x="2436576" y="450142"/>
                </a:lnTo>
                <a:lnTo>
                  <a:pt x="2514065" y="493945"/>
                </a:lnTo>
                <a:lnTo>
                  <a:pt x="2585493" y="534007"/>
                </a:lnTo>
                <a:lnTo>
                  <a:pt x="2651727" y="570766"/>
                </a:lnTo>
                <a:lnTo>
                  <a:pt x="2712117" y="604225"/>
                </a:lnTo>
                <a:lnTo>
                  <a:pt x="2767744" y="635262"/>
                </a:lnTo>
                <a:lnTo>
                  <a:pt x="2818394" y="663876"/>
                </a:lnTo>
                <a:lnTo>
                  <a:pt x="2864281" y="690511"/>
                </a:lnTo>
                <a:lnTo>
                  <a:pt x="2905840" y="716044"/>
                </a:lnTo>
                <a:lnTo>
                  <a:pt x="2943286" y="740037"/>
                </a:lnTo>
                <a:lnTo>
                  <a:pt x="2976186" y="763370"/>
                </a:lnTo>
                <a:lnTo>
                  <a:pt x="3005840" y="786702"/>
                </a:lnTo>
                <a:lnTo>
                  <a:pt x="3031813" y="809595"/>
                </a:lnTo>
                <a:lnTo>
                  <a:pt x="3054108" y="833147"/>
                </a:lnTo>
                <a:lnTo>
                  <a:pt x="3073588" y="857580"/>
                </a:lnTo>
                <a:lnTo>
                  <a:pt x="3090038" y="883114"/>
                </a:lnTo>
                <a:lnTo>
                  <a:pt x="3103675" y="910189"/>
                </a:lnTo>
                <a:lnTo>
                  <a:pt x="3114930" y="939245"/>
                </a:lnTo>
                <a:lnTo>
                  <a:pt x="3124021" y="970722"/>
                </a:lnTo>
                <a:lnTo>
                  <a:pt x="3130731" y="1004840"/>
                </a:lnTo>
                <a:lnTo>
                  <a:pt x="3136142" y="1042039"/>
                </a:lnTo>
                <a:lnTo>
                  <a:pt x="3139605" y="1082762"/>
                </a:lnTo>
                <a:lnTo>
                  <a:pt x="3141770" y="1127225"/>
                </a:lnTo>
                <a:lnTo>
                  <a:pt x="3142636" y="1176091"/>
                </a:lnTo>
                <a:lnTo>
                  <a:pt x="3142852" y="1229800"/>
                </a:lnTo>
                <a:lnTo>
                  <a:pt x="3142203" y="1288352"/>
                </a:lnTo>
                <a:lnTo>
                  <a:pt x="3140904" y="1351966"/>
                </a:lnTo>
                <a:lnTo>
                  <a:pt x="3139605" y="1421743"/>
                </a:lnTo>
                <a:lnTo>
                  <a:pt x="3138090" y="1497684"/>
                </a:lnTo>
                <a:lnTo>
                  <a:pt x="3136791" y="1580009"/>
                </a:lnTo>
                <a:lnTo>
                  <a:pt x="3135709" y="1669596"/>
                </a:lnTo>
                <a:lnTo>
                  <a:pt x="3135277" y="1766229"/>
                </a:lnTo>
                <a:lnTo>
                  <a:pt x="3135709" y="1862860"/>
                </a:lnTo>
                <a:lnTo>
                  <a:pt x="3136791" y="1952449"/>
                </a:lnTo>
                <a:lnTo>
                  <a:pt x="3138090" y="2034773"/>
                </a:lnTo>
                <a:lnTo>
                  <a:pt x="3139605" y="2110713"/>
                </a:lnTo>
                <a:lnTo>
                  <a:pt x="3140904" y="2180490"/>
                </a:lnTo>
                <a:lnTo>
                  <a:pt x="3142203" y="2244105"/>
                </a:lnTo>
                <a:lnTo>
                  <a:pt x="3142852" y="2302656"/>
                </a:lnTo>
                <a:lnTo>
                  <a:pt x="3142636" y="2356365"/>
                </a:lnTo>
                <a:lnTo>
                  <a:pt x="3141770" y="2405231"/>
                </a:lnTo>
                <a:lnTo>
                  <a:pt x="3139605" y="2449695"/>
                </a:lnTo>
                <a:lnTo>
                  <a:pt x="3136142" y="2490417"/>
                </a:lnTo>
                <a:lnTo>
                  <a:pt x="3130948" y="2527617"/>
                </a:lnTo>
                <a:lnTo>
                  <a:pt x="3124021" y="2561736"/>
                </a:lnTo>
                <a:lnTo>
                  <a:pt x="3114930" y="2593213"/>
                </a:lnTo>
                <a:lnTo>
                  <a:pt x="3103675" y="2622267"/>
                </a:lnTo>
                <a:lnTo>
                  <a:pt x="3090038" y="2649342"/>
                </a:lnTo>
                <a:lnTo>
                  <a:pt x="3073588" y="2674876"/>
                </a:lnTo>
                <a:lnTo>
                  <a:pt x="3054108" y="2699309"/>
                </a:lnTo>
                <a:lnTo>
                  <a:pt x="3031813" y="2722862"/>
                </a:lnTo>
                <a:lnTo>
                  <a:pt x="3005840" y="2745754"/>
                </a:lnTo>
                <a:lnTo>
                  <a:pt x="2976402" y="2769086"/>
                </a:lnTo>
                <a:lnTo>
                  <a:pt x="2943286" y="2792419"/>
                </a:lnTo>
                <a:lnTo>
                  <a:pt x="2905840" y="2816632"/>
                </a:lnTo>
                <a:lnTo>
                  <a:pt x="2864498" y="2841945"/>
                </a:lnTo>
                <a:lnTo>
                  <a:pt x="2818394" y="2868580"/>
                </a:lnTo>
                <a:lnTo>
                  <a:pt x="2767744" y="2897196"/>
                </a:lnTo>
                <a:lnTo>
                  <a:pt x="2712117" y="2928232"/>
                </a:lnTo>
                <a:lnTo>
                  <a:pt x="2651727" y="2961910"/>
                </a:lnTo>
                <a:lnTo>
                  <a:pt x="2585493" y="2998669"/>
                </a:lnTo>
                <a:lnTo>
                  <a:pt x="2514065" y="3038511"/>
                </a:lnTo>
                <a:lnTo>
                  <a:pt x="2436576" y="3082314"/>
                </a:lnTo>
                <a:lnTo>
                  <a:pt x="2353459" y="3130521"/>
                </a:lnTo>
                <a:lnTo>
                  <a:pt x="2270342" y="3178947"/>
                </a:lnTo>
                <a:lnTo>
                  <a:pt x="2193936" y="3224731"/>
                </a:lnTo>
                <a:lnTo>
                  <a:pt x="2123806" y="3266994"/>
                </a:lnTo>
                <a:lnTo>
                  <a:pt x="2059304" y="3306395"/>
                </a:lnTo>
                <a:lnTo>
                  <a:pt x="1999997" y="3342274"/>
                </a:lnTo>
                <a:lnTo>
                  <a:pt x="1945668" y="3375513"/>
                </a:lnTo>
                <a:lnTo>
                  <a:pt x="1895668" y="3405228"/>
                </a:lnTo>
                <a:lnTo>
                  <a:pt x="1849781" y="3432083"/>
                </a:lnTo>
                <a:lnTo>
                  <a:pt x="1807356" y="3455415"/>
                </a:lnTo>
                <a:lnTo>
                  <a:pt x="1767962" y="3475886"/>
                </a:lnTo>
                <a:lnTo>
                  <a:pt x="1731167" y="3493055"/>
                </a:lnTo>
                <a:lnTo>
                  <a:pt x="1696534" y="3507363"/>
                </a:lnTo>
                <a:lnTo>
                  <a:pt x="1663850" y="3518369"/>
                </a:lnTo>
                <a:lnTo>
                  <a:pt x="1632249" y="3526073"/>
                </a:lnTo>
                <a:lnTo>
                  <a:pt x="1601512" y="3530916"/>
                </a:lnTo>
                <a:lnTo>
                  <a:pt x="1571643" y="3532456"/>
                </a:lnTo>
                <a:lnTo>
                  <a:pt x="1541339" y="3530916"/>
                </a:lnTo>
                <a:lnTo>
                  <a:pt x="1510604" y="3526073"/>
                </a:lnTo>
                <a:lnTo>
                  <a:pt x="1479003" y="3518369"/>
                </a:lnTo>
                <a:lnTo>
                  <a:pt x="1446318" y="3507363"/>
                </a:lnTo>
                <a:lnTo>
                  <a:pt x="1411687" y="3493055"/>
                </a:lnTo>
                <a:lnTo>
                  <a:pt x="1374890" y="3475886"/>
                </a:lnTo>
                <a:lnTo>
                  <a:pt x="1335496" y="3455415"/>
                </a:lnTo>
                <a:lnTo>
                  <a:pt x="1293071" y="3432083"/>
                </a:lnTo>
                <a:lnTo>
                  <a:pt x="1247184" y="3405228"/>
                </a:lnTo>
                <a:lnTo>
                  <a:pt x="1197184" y="3375513"/>
                </a:lnTo>
                <a:lnTo>
                  <a:pt x="1142856" y="3342274"/>
                </a:lnTo>
                <a:lnTo>
                  <a:pt x="1083548" y="3306395"/>
                </a:lnTo>
                <a:lnTo>
                  <a:pt x="1019046" y="3266994"/>
                </a:lnTo>
                <a:lnTo>
                  <a:pt x="948917" y="3224731"/>
                </a:lnTo>
                <a:lnTo>
                  <a:pt x="872510" y="3178947"/>
                </a:lnTo>
                <a:lnTo>
                  <a:pt x="789393" y="3130521"/>
                </a:lnTo>
                <a:lnTo>
                  <a:pt x="706276" y="3082314"/>
                </a:lnTo>
                <a:lnTo>
                  <a:pt x="628786" y="3038511"/>
                </a:lnTo>
                <a:lnTo>
                  <a:pt x="557359" y="2998450"/>
                </a:lnTo>
                <a:lnTo>
                  <a:pt x="491125" y="2961690"/>
                </a:lnTo>
                <a:lnTo>
                  <a:pt x="430735" y="2928232"/>
                </a:lnTo>
                <a:lnTo>
                  <a:pt x="375108" y="2897196"/>
                </a:lnTo>
                <a:lnTo>
                  <a:pt x="324458" y="2868580"/>
                </a:lnTo>
                <a:lnTo>
                  <a:pt x="278571" y="2841945"/>
                </a:lnTo>
                <a:lnTo>
                  <a:pt x="237012" y="2816412"/>
                </a:lnTo>
                <a:lnTo>
                  <a:pt x="199567" y="2792419"/>
                </a:lnTo>
                <a:lnTo>
                  <a:pt x="166667" y="2769086"/>
                </a:lnTo>
                <a:lnTo>
                  <a:pt x="137013" y="2745754"/>
                </a:lnTo>
                <a:lnTo>
                  <a:pt x="111039" y="2722862"/>
                </a:lnTo>
                <a:lnTo>
                  <a:pt x="88744" y="2699309"/>
                </a:lnTo>
                <a:lnTo>
                  <a:pt x="69264" y="2674876"/>
                </a:lnTo>
                <a:lnTo>
                  <a:pt x="52814" y="2649342"/>
                </a:lnTo>
                <a:lnTo>
                  <a:pt x="39178" y="2622267"/>
                </a:lnTo>
                <a:lnTo>
                  <a:pt x="27922" y="2593213"/>
                </a:lnTo>
                <a:lnTo>
                  <a:pt x="18831" y="2561736"/>
                </a:lnTo>
                <a:lnTo>
                  <a:pt x="12121" y="2527617"/>
                </a:lnTo>
                <a:lnTo>
                  <a:pt x="6710" y="2490417"/>
                </a:lnTo>
                <a:lnTo>
                  <a:pt x="3246" y="2449695"/>
                </a:lnTo>
                <a:lnTo>
                  <a:pt x="1082" y="2405231"/>
                </a:lnTo>
                <a:lnTo>
                  <a:pt x="216" y="2356365"/>
                </a:lnTo>
                <a:lnTo>
                  <a:pt x="0" y="2302656"/>
                </a:lnTo>
                <a:lnTo>
                  <a:pt x="649" y="2244105"/>
                </a:lnTo>
                <a:lnTo>
                  <a:pt x="1948" y="2180490"/>
                </a:lnTo>
                <a:lnTo>
                  <a:pt x="3246" y="2110713"/>
                </a:lnTo>
                <a:lnTo>
                  <a:pt x="4762" y="2034773"/>
                </a:lnTo>
                <a:lnTo>
                  <a:pt x="6061" y="1952449"/>
                </a:lnTo>
                <a:lnTo>
                  <a:pt x="7143" y="1862860"/>
                </a:lnTo>
                <a:lnTo>
                  <a:pt x="7576" y="1766229"/>
                </a:lnTo>
                <a:lnTo>
                  <a:pt x="7143" y="1669596"/>
                </a:lnTo>
                <a:lnTo>
                  <a:pt x="6061" y="1580009"/>
                </a:lnTo>
                <a:lnTo>
                  <a:pt x="4762" y="1497684"/>
                </a:lnTo>
                <a:lnTo>
                  <a:pt x="3246" y="1421743"/>
                </a:lnTo>
                <a:lnTo>
                  <a:pt x="1948" y="1351966"/>
                </a:lnTo>
                <a:lnTo>
                  <a:pt x="649" y="1288352"/>
                </a:lnTo>
                <a:lnTo>
                  <a:pt x="0" y="1229800"/>
                </a:lnTo>
                <a:lnTo>
                  <a:pt x="216" y="1176091"/>
                </a:lnTo>
                <a:lnTo>
                  <a:pt x="1082" y="1127225"/>
                </a:lnTo>
                <a:lnTo>
                  <a:pt x="3246" y="1082762"/>
                </a:lnTo>
                <a:lnTo>
                  <a:pt x="6710" y="1042039"/>
                </a:lnTo>
                <a:lnTo>
                  <a:pt x="11905" y="1004840"/>
                </a:lnTo>
                <a:lnTo>
                  <a:pt x="18831" y="970722"/>
                </a:lnTo>
                <a:lnTo>
                  <a:pt x="27922" y="939245"/>
                </a:lnTo>
                <a:lnTo>
                  <a:pt x="39178" y="910189"/>
                </a:lnTo>
                <a:lnTo>
                  <a:pt x="52814" y="883114"/>
                </a:lnTo>
                <a:lnTo>
                  <a:pt x="69264" y="857580"/>
                </a:lnTo>
                <a:lnTo>
                  <a:pt x="88744" y="833147"/>
                </a:lnTo>
                <a:lnTo>
                  <a:pt x="111039" y="809595"/>
                </a:lnTo>
                <a:lnTo>
                  <a:pt x="137013" y="786702"/>
                </a:lnTo>
                <a:lnTo>
                  <a:pt x="166450" y="763370"/>
                </a:lnTo>
                <a:lnTo>
                  <a:pt x="199567" y="740037"/>
                </a:lnTo>
                <a:lnTo>
                  <a:pt x="237012" y="715825"/>
                </a:lnTo>
                <a:lnTo>
                  <a:pt x="278354" y="690511"/>
                </a:lnTo>
                <a:lnTo>
                  <a:pt x="324458" y="663876"/>
                </a:lnTo>
                <a:lnTo>
                  <a:pt x="375108" y="635262"/>
                </a:lnTo>
                <a:lnTo>
                  <a:pt x="430735" y="604225"/>
                </a:lnTo>
                <a:lnTo>
                  <a:pt x="491125" y="570547"/>
                </a:lnTo>
                <a:lnTo>
                  <a:pt x="557359" y="533787"/>
                </a:lnTo>
                <a:lnTo>
                  <a:pt x="628786" y="493945"/>
                </a:lnTo>
                <a:lnTo>
                  <a:pt x="706276" y="450142"/>
                </a:lnTo>
                <a:lnTo>
                  <a:pt x="789393" y="401935"/>
                </a:lnTo>
                <a:lnTo>
                  <a:pt x="872510" y="353510"/>
                </a:lnTo>
                <a:lnTo>
                  <a:pt x="948917" y="307725"/>
                </a:lnTo>
                <a:lnTo>
                  <a:pt x="1019046" y="265462"/>
                </a:lnTo>
                <a:lnTo>
                  <a:pt x="1083548" y="226062"/>
                </a:lnTo>
                <a:lnTo>
                  <a:pt x="1142856" y="190182"/>
                </a:lnTo>
                <a:lnTo>
                  <a:pt x="1197184" y="156945"/>
                </a:lnTo>
                <a:lnTo>
                  <a:pt x="1247184" y="127229"/>
                </a:lnTo>
                <a:lnTo>
                  <a:pt x="1293071" y="100374"/>
                </a:lnTo>
                <a:lnTo>
                  <a:pt x="1335496" y="77042"/>
                </a:lnTo>
                <a:lnTo>
                  <a:pt x="1374890" y="56570"/>
                </a:lnTo>
                <a:lnTo>
                  <a:pt x="1411687" y="39402"/>
                </a:lnTo>
                <a:lnTo>
                  <a:pt x="1446318" y="25093"/>
                </a:lnTo>
                <a:lnTo>
                  <a:pt x="1479003" y="14088"/>
                </a:lnTo>
                <a:lnTo>
                  <a:pt x="1510604" y="6384"/>
                </a:lnTo>
                <a:lnTo>
                  <a:pt x="1541339" y="154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8117067" y="2115030"/>
            <a:ext cx="1967324" cy="2207785"/>
          </a:xfrm>
          <a:custGeom>
            <a:avLst/>
            <a:gdLst>
              <a:gd name="connsiteX0" fmla="*/ 1571643 w 3142852"/>
              <a:gd name="connsiteY0" fmla="*/ 0 h 3532456"/>
              <a:gd name="connsiteX1" fmla="*/ 1601512 w 3142852"/>
              <a:gd name="connsiteY1" fmla="*/ 1541 h 3532456"/>
              <a:gd name="connsiteX2" fmla="*/ 1632249 w 3142852"/>
              <a:gd name="connsiteY2" fmla="*/ 6384 h 3532456"/>
              <a:gd name="connsiteX3" fmla="*/ 1663850 w 3142852"/>
              <a:gd name="connsiteY3" fmla="*/ 14088 h 3532456"/>
              <a:gd name="connsiteX4" fmla="*/ 1696534 w 3142852"/>
              <a:gd name="connsiteY4" fmla="*/ 25093 h 3532456"/>
              <a:gd name="connsiteX5" fmla="*/ 1731167 w 3142852"/>
              <a:gd name="connsiteY5" fmla="*/ 39402 h 3532456"/>
              <a:gd name="connsiteX6" fmla="*/ 1767962 w 3142852"/>
              <a:gd name="connsiteY6" fmla="*/ 56570 h 3532456"/>
              <a:gd name="connsiteX7" fmla="*/ 1807356 w 3142852"/>
              <a:gd name="connsiteY7" fmla="*/ 77042 h 3532456"/>
              <a:gd name="connsiteX8" fmla="*/ 1849781 w 3142852"/>
              <a:gd name="connsiteY8" fmla="*/ 100374 h 3532456"/>
              <a:gd name="connsiteX9" fmla="*/ 1895668 w 3142852"/>
              <a:gd name="connsiteY9" fmla="*/ 127229 h 3532456"/>
              <a:gd name="connsiteX10" fmla="*/ 1945668 w 3142852"/>
              <a:gd name="connsiteY10" fmla="*/ 156945 h 3532456"/>
              <a:gd name="connsiteX11" fmla="*/ 1999997 w 3142852"/>
              <a:gd name="connsiteY11" fmla="*/ 190182 h 3532456"/>
              <a:gd name="connsiteX12" fmla="*/ 2059304 w 3142852"/>
              <a:gd name="connsiteY12" fmla="*/ 226062 h 3532456"/>
              <a:gd name="connsiteX13" fmla="*/ 2123806 w 3142852"/>
              <a:gd name="connsiteY13" fmla="*/ 265462 h 3532456"/>
              <a:gd name="connsiteX14" fmla="*/ 2193936 w 3142852"/>
              <a:gd name="connsiteY14" fmla="*/ 307725 h 3532456"/>
              <a:gd name="connsiteX15" fmla="*/ 2270342 w 3142852"/>
              <a:gd name="connsiteY15" fmla="*/ 353510 h 3532456"/>
              <a:gd name="connsiteX16" fmla="*/ 2353459 w 3142852"/>
              <a:gd name="connsiteY16" fmla="*/ 401935 h 3532456"/>
              <a:gd name="connsiteX17" fmla="*/ 2436576 w 3142852"/>
              <a:gd name="connsiteY17" fmla="*/ 450142 h 3532456"/>
              <a:gd name="connsiteX18" fmla="*/ 2514065 w 3142852"/>
              <a:gd name="connsiteY18" fmla="*/ 493945 h 3532456"/>
              <a:gd name="connsiteX19" fmla="*/ 2585493 w 3142852"/>
              <a:gd name="connsiteY19" fmla="*/ 534007 h 3532456"/>
              <a:gd name="connsiteX20" fmla="*/ 2651727 w 3142852"/>
              <a:gd name="connsiteY20" fmla="*/ 570766 h 3532456"/>
              <a:gd name="connsiteX21" fmla="*/ 2712117 w 3142852"/>
              <a:gd name="connsiteY21" fmla="*/ 604225 h 3532456"/>
              <a:gd name="connsiteX22" fmla="*/ 2767744 w 3142852"/>
              <a:gd name="connsiteY22" fmla="*/ 635262 h 3532456"/>
              <a:gd name="connsiteX23" fmla="*/ 2818394 w 3142852"/>
              <a:gd name="connsiteY23" fmla="*/ 663876 h 3532456"/>
              <a:gd name="connsiteX24" fmla="*/ 2864281 w 3142852"/>
              <a:gd name="connsiteY24" fmla="*/ 690511 h 3532456"/>
              <a:gd name="connsiteX25" fmla="*/ 2905840 w 3142852"/>
              <a:gd name="connsiteY25" fmla="*/ 716044 h 3532456"/>
              <a:gd name="connsiteX26" fmla="*/ 2943286 w 3142852"/>
              <a:gd name="connsiteY26" fmla="*/ 740037 h 3532456"/>
              <a:gd name="connsiteX27" fmla="*/ 2976186 w 3142852"/>
              <a:gd name="connsiteY27" fmla="*/ 763370 h 3532456"/>
              <a:gd name="connsiteX28" fmla="*/ 3005840 w 3142852"/>
              <a:gd name="connsiteY28" fmla="*/ 786702 h 3532456"/>
              <a:gd name="connsiteX29" fmla="*/ 3031813 w 3142852"/>
              <a:gd name="connsiteY29" fmla="*/ 809595 h 3532456"/>
              <a:gd name="connsiteX30" fmla="*/ 3054108 w 3142852"/>
              <a:gd name="connsiteY30" fmla="*/ 833147 h 3532456"/>
              <a:gd name="connsiteX31" fmla="*/ 3073588 w 3142852"/>
              <a:gd name="connsiteY31" fmla="*/ 857580 h 3532456"/>
              <a:gd name="connsiteX32" fmla="*/ 3090038 w 3142852"/>
              <a:gd name="connsiteY32" fmla="*/ 883114 h 3532456"/>
              <a:gd name="connsiteX33" fmla="*/ 3103675 w 3142852"/>
              <a:gd name="connsiteY33" fmla="*/ 910189 h 3532456"/>
              <a:gd name="connsiteX34" fmla="*/ 3114930 w 3142852"/>
              <a:gd name="connsiteY34" fmla="*/ 939245 h 3532456"/>
              <a:gd name="connsiteX35" fmla="*/ 3124021 w 3142852"/>
              <a:gd name="connsiteY35" fmla="*/ 970722 h 3532456"/>
              <a:gd name="connsiteX36" fmla="*/ 3130731 w 3142852"/>
              <a:gd name="connsiteY36" fmla="*/ 1004840 h 3532456"/>
              <a:gd name="connsiteX37" fmla="*/ 3136142 w 3142852"/>
              <a:gd name="connsiteY37" fmla="*/ 1042039 h 3532456"/>
              <a:gd name="connsiteX38" fmla="*/ 3139605 w 3142852"/>
              <a:gd name="connsiteY38" fmla="*/ 1082762 h 3532456"/>
              <a:gd name="connsiteX39" fmla="*/ 3141770 w 3142852"/>
              <a:gd name="connsiteY39" fmla="*/ 1127225 h 3532456"/>
              <a:gd name="connsiteX40" fmla="*/ 3142636 w 3142852"/>
              <a:gd name="connsiteY40" fmla="*/ 1176091 h 3532456"/>
              <a:gd name="connsiteX41" fmla="*/ 3142852 w 3142852"/>
              <a:gd name="connsiteY41" fmla="*/ 1229800 h 3532456"/>
              <a:gd name="connsiteX42" fmla="*/ 3142203 w 3142852"/>
              <a:gd name="connsiteY42" fmla="*/ 1288352 h 3532456"/>
              <a:gd name="connsiteX43" fmla="*/ 3140904 w 3142852"/>
              <a:gd name="connsiteY43" fmla="*/ 1351966 h 3532456"/>
              <a:gd name="connsiteX44" fmla="*/ 3139605 w 3142852"/>
              <a:gd name="connsiteY44" fmla="*/ 1421743 h 3532456"/>
              <a:gd name="connsiteX45" fmla="*/ 3138090 w 3142852"/>
              <a:gd name="connsiteY45" fmla="*/ 1497684 h 3532456"/>
              <a:gd name="connsiteX46" fmla="*/ 3136791 w 3142852"/>
              <a:gd name="connsiteY46" fmla="*/ 1580009 h 3532456"/>
              <a:gd name="connsiteX47" fmla="*/ 3135709 w 3142852"/>
              <a:gd name="connsiteY47" fmla="*/ 1669596 h 3532456"/>
              <a:gd name="connsiteX48" fmla="*/ 3135277 w 3142852"/>
              <a:gd name="connsiteY48" fmla="*/ 1766229 h 3532456"/>
              <a:gd name="connsiteX49" fmla="*/ 3135709 w 3142852"/>
              <a:gd name="connsiteY49" fmla="*/ 1862860 h 3532456"/>
              <a:gd name="connsiteX50" fmla="*/ 3136791 w 3142852"/>
              <a:gd name="connsiteY50" fmla="*/ 1952449 h 3532456"/>
              <a:gd name="connsiteX51" fmla="*/ 3138090 w 3142852"/>
              <a:gd name="connsiteY51" fmla="*/ 2034773 h 3532456"/>
              <a:gd name="connsiteX52" fmla="*/ 3139605 w 3142852"/>
              <a:gd name="connsiteY52" fmla="*/ 2110713 h 3532456"/>
              <a:gd name="connsiteX53" fmla="*/ 3140904 w 3142852"/>
              <a:gd name="connsiteY53" fmla="*/ 2180490 h 3532456"/>
              <a:gd name="connsiteX54" fmla="*/ 3142203 w 3142852"/>
              <a:gd name="connsiteY54" fmla="*/ 2244105 h 3532456"/>
              <a:gd name="connsiteX55" fmla="*/ 3142852 w 3142852"/>
              <a:gd name="connsiteY55" fmla="*/ 2302656 h 3532456"/>
              <a:gd name="connsiteX56" fmla="*/ 3142636 w 3142852"/>
              <a:gd name="connsiteY56" fmla="*/ 2356365 h 3532456"/>
              <a:gd name="connsiteX57" fmla="*/ 3141770 w 3142852"/>
              <a:gd name="connsiteY57" fmla="*/ 2405231 h 3532456"/>
              <a:gd name="connsiteX58" fmla="*/ 3139605 w 3142852"/>
              <a:gd name="connsiteY58" fmla="*/ 2449695 h 3532456"/>
              <a:gd name="connsiteX59" fmla="*/ 3136142 w 3142852"/>
              <a:gd name="connsiteY59" fmla="*/ 2490417 h 3532456"/>
              <a:gd name="connsiteX60" fmla="*/ 3130948 w 3142852"/>
              <a:gd name="connsiteY60" fmla="*/ 2527617 h 3532456"/>
              <a:gd name="connsiteX61" fmla="*/ 3124021 w 3142852"/>
              <a:gd name="connsiteY61" fmla="*/ 2561736 h 3532456"/>
              <a:gd name="connsiteX62" fmla="*/ 3114930 w 3142852"/>
              <a:gd name="connsiteY62" fmla="*/ 2593213 h 3532456"/>
              <a:gd name="connsiteX63" fmla="*/ 3103675 w 3142852"/>
              <a:gd name="connsiteY63" fmla="*/ 2622267 h 3532456"/>
              <a:gd name="connsiteX64" fmla="*/ 3090038 w 3142852"/>
              <a:gd name="connsiteY64" fmla="*/ 2649342 h 3532456"/>
              <a:gd name="connsiteX65" fmla="*/ 3073588 w 3142852"/>
              <a:gd name="connsiteY65" fmla="*/ 2674876 h 3532456"/>
              <a:gd name="connsiteX66" fmla="*/ 3054108 w 3142852"/>
              <a:gd name="connsiteY66" fmla="*/ 2699309 h 3532456"/>
              <a:gd name="connsiteX67" fmla="*/ 3031813 w 3142852"/>
              <a:gd name="connsiteY67" fmla="*/ 2722862 h 3532456"/>
              <a:gd name="connsiteX68" fmla="*/ 3005840 w 3142852"/>
              <a:gd name="connsiteY68" fmla="*/ 2745754 h 3532456"/>
              <a:gd name="connsiteX69" fmla="*/ 2976402 w 3142852"/>
              <a:gd name="connsiteY69" fmla="*/ 2769086 h 3532456"/>
              <a:gd name="connsiteX70" fmla="*/ 2943286 w 3142852"/>
              <a:gd name="connsiteY70" fmla="*/ 2792419 h 3532456"/>
              <a:gd name="connsiteX71" fmla="*/ 2905840 w 3142852"/>
              <a:gd name="connsiteY71" fmla="*/ 2816632 h 3532456"/>
              <a:gd name="connsiteX72" fmla="*/ 2864498 w 3142852"/>
              <a:gd name="connsiteY72" fmla="*/ 2841945 h 3532456"/>
              <a:gd name="connsiteX73" fmla="*/ 2818394 w 3142852"/>
              <a:gd name="connsiteY73" fmla="*/ 2868580 h 3532456"/>
              <a:gd name="connsiteX74" fmla="*/ 2767744 w 3142852"/>
              <a:gd name="connsiteY74" fmla="*/ 2897196 h 3532456"/>
              <a:gd name="connsiteX75" fmla="*/ 2712117 w 3142852"/>
              <a:gd name="connsiteY75" fmla="*/ 2928232 h 3532456"/>
              <a:gd name="connsiteX76" fmla="*/ 2651727 w 3142852"/>
              <a:gd name="connsiteY76" fmla="*/ 2961910 h 3532456"/>
              <a:gd name="connsiteX77" fmla="*/ 2585493 w 3142852"/>
              <a:gd name="connsiteY77" fmla="*/ 2998669 h 3532456"/>
              <a:gd name="connsiteX78" fmla="*/ 2514065 w 3142852"/>
              <a:gd name="connsiteY78" fmla="*/ 3038511 h 3532456"/>
              <a:gd name="connsiteX79" fmla="*/ 2436576 w 3142852"/>
              <a:gd name="connsiteY79" fmla="*/ 3082314 h 3532456"/>
              <a:gd name="connsiteX80" fmla="*/ 2353459 w 3142852"/>
              <a:gd name="connsiteY80" fmla="*/ 3130521 h 3532456"/>
              <a:gd name="connsiteX81" fmla="*/ 2270342 w 3142852"/>
              <a:gd name="connsiteY81" fmla="*/ 3178947 h 3532456"/>
              <a:gd name="connsiteX82" fmla="*/ 2193936 w 3142852"/>
              <a:gd name="connsiteY82" fmla="*/ 3224731 h 3532456"/>
              <a:gd name="connsiteX83" fmla="*/ 2123806 w 3142852"/>
              <a:gd name="connsiteY83" fmla="*/ 3266994 h 3532456"/>
              <a:gd name="connsiteX84" fmla="*/ 2059304 w 3142852"/>
              <a:gd name="connsiteY84" fmla="*/ 3306395 h 3532456"/>
              <a:gd name="connsiteX85" fmla="*/ 1999997 w 3142852"/>
              <a:gd name="connsiteY85" fmla="*/ 3342274 h 3532456"/>
              <a:gd name="connsiteX86" fmla="*/ 1945668 w 3142852"/>
              <a:gd name="connsiteY86" fmla="*/ 3375513 h 3532456"/>
              <a:gd name="connsiteX87" fmla="*/ 1895668 w 3142852"/>
              <a:gd name="connsiteY87" fmla="*/ 3405228 h 3532456"/>
              <a:gd name="connsiteX88" fmla="*/ 1849781 w 3142852"/>
              <a:gd name="connsiteY88" fmla="*/ 3432083 h 3532456"/>
              <a:gd name="connsiteX89" fmla="*/ 1807356 w 3142852"/>
              <a:gd name="connsiteY89" fmla="*/ 3455415 h 3532456"/>
              <a:gd name="connsiteX90" fmla="*/ 1767962 w 3142852"/>
              <a:gd name="connsiteY90" fmla="*/ 3475886 h 3532456"/>
              <a:gd name="connsiteX91" fmla="*/ 1731167 w 3142852"/>
              <a:gd name="connsiteY91" fmla="*/ 3493055 h 3532456"/>
              <a:gd name="connsiteX92" fmla="*/ 1696534 w 3142852"/>
              <a:gd name="connsiteY92" fmla="*/ 3507363 h 3532456"/>
              <a:gd name="connsiteX93" fmla="*/ 1663850 w 3142852"/>
              <a:gd name="connsiteY93" fmla="*/ 3518369 h 3532456"/>
              <a:gd name="connsiteX94" fmla="*/ 1632249 w 3142852"/>
              <a:gd name="connsiteY94" fmla="*/ 3526073 h 3532456"/>
              <a:gd name="connsiteX95" fmla="*/ 1601512 w 3142852"/>
              <a:gd name="connsiteY95" fmla="*/ 3530916 h 3532456"/>
              <a:gd name="connsiteX96" fmla="*/ 1571643 w 3142852"/>
              <a:gd name="connsiteY96" fmla="*/ 3532456 h 3532456"/>
              <a:gd name="connsiteX97" fmla="*/ 1541339 w 3142852"/>
              <a:gd name="connsiteY97" fmla="*/ 3530916 h 3532456"/>
              <a:gd name="connsiteX98" fmla="*/ 1510604 w 3142852"/>
              <a:gd name="connsiteY98" fmla="*/ 3526073 h 3532456"/>
              <a:gd name="connsiteX99" fmla="*/ 1479003 w 3142852"/>
              <a:gd name="connsiteY99" fmla="*/ 3518369 h 3532456"/>
              <a:gd name="connsiteX100" fmla="*/ 1446318 w 3142852"/>
              <a:gd name="connsiteY100" fmla="*/ 3507363 h 3532456"/>
              <a:gd name="connsiteX101" fmla="*/ 1411687 w 3142852"/>
              <a:gd name="connsiteY101" fmla="*/ 3493055 h 3532456"/>
              <a:gd name="connsiteX102" fmla="*/ 1374890 w 3142852"/>
              <a:gd name="connsiteY102" fmla="*/ 3475886 h 3532456"/>
              <a:gd name="connsiteX103" fmla="*/ 1335496 w 3142852"/>
              <a:gd name="connsiteY103" fmla="*/ 3455415 h 3532456"/>
              <a:gd name="connsiteX104" fmla="*/ 1293071 w 3142852"/>
              <a:gd name="connsiteY104" fmla="*/ 3432083 h 3532456"/>
              <a:gd name="connsiteX105" fmla="*/ 1247184 w 3142852"/>
              <a:gd name="connsiteY105" fmla="*/ 3405228 h 3532456"/>
              <a:gd name="connsiteX106" fmla="*/ 1197184 w 3142852"/>
              <a:gd name="connsiteY106" fmla="*/ 3375513 h 3532456"/>
              <a:gd name="connsiteX107" fmla="*/ 1142856 w 3142852"/>
              <a:gd name="connsiteY107" fmla="*/ 3342274 h 3532456"/>
              <a:gd name="connsiteX108" fmla="*/ 1083548 w 3142852"/>
              <a:gd name="connsiteY108" fmla="*/ 3306395 h 3532456"/>
              <a:gd name="connsiteX109" fmla="*/ 1019046 w 3142852"/>
              <a:gd name="connsiteY109" fmla="*/ 3266994 h 3532456"/>
              <a:gd name="connsiteX110" fmla="*/ 948917 w 3142852"/>
              <a:gd name="connsiteY110" fmla="*/ 3224731 h 3532456"/>
              <a:gd name="connsiteX111" fmla="*/ 872510 w 3142852"/>
              <a:gd name="connsiteY111" fmla="*/ 3178947 h 3532456"/>
              <a:gd name="connsiteX112" fmla="*/ 789393 w 3142852"/>
              <a:gd name="connsiteY112" fmla="*/ 3130521 h 3532456"/>
              <a:gd name="connsiteX113" fmla="*/ 706276 w 3142852"/>
              <a:gd name="connsiteY113" fmla="*/ 3082314 h 3532456"/>
              <a:gd name="connsiteX114" fmla="*/ 628786 w 3142852"/>
              <a:gd name="connsiteY114" fmla="*/ 3038511 h 3532456"/>
              <a:gd name="connsiteX115" fmla="*/ 557359 w 3142852"/>
              <a:gd name="connsiteY115" fmla="*/ 2998450 h 3532456"/>
              <a:gd name="connsiteX116" fmla="*/ 491125 w 3142852"/>
              <a:gd name="connsiteY116" fmla="*/ 2961690 h 3532456"/>
              <a:gd name="connsiteX117" fmla="*/ 430735 w 3142852"/>
              <a:gd name="connsiteY117" fmla="*/ 2928232 h 3532456"/>
              <a:gd name="connsiteX118" fmla="*/ 375108 w 3142852"/>
              <a:gd name="connsiteY118" fmla="*/ 2897196 h 3532456"/>
              <a:gd name="connsiteX119" fmla="*/ 324458 w 3142852"/>
              <a:gd name="connsiteY119" fmla="*/ 2868580 h 3532456"/>
              <a:gd name="connsiteX120" fmla="*/ 278571 w 3142852"/>
              <a:gd name="connsiteY120" fmla="*/ 2841945 h 3532456"/>
              <a:gd name="connsiteX121" fmla="*/ 237012 w 3142852"/>
              <a:gd name="connsiteY121" fmla="*/ 2816412 h 3532456"/>
              <a:gd name="connsiteX122" fmla="*/ 199567 w 3142852"/>
              <a:gd name="connsiteY122" fmla="*/ 2792419 h 3532456"/>
              <a:gd name="connsiteX123" fmla="*/ 166667 w 3142852"/>
              <a:gd name="connsiteY123" fmla="*/ 2769086 h 3532456"/>
              <a:gd name="connsiteX124" fmla="*/ 137013 w 3142852"/>
              <a:gd name="connsiteY124" fmla="*/ 2745754 h 3532456"/>
              <a:gd name="connsiteX125" fmla="*/ 111039 w 3142852"/>
              <a:gd name="connsiteY125" fmla="*/ 2722862 h 3532456"/>
              <a:gd name="connsiteX126" fmla="*/ 88744 w 3142852"/>
              <a:gd name="connsiteY126" fmla="*/ 2699309 h 3532456"/>
              <a:gd name="connsiteX127" fmla="*/ 69264 w 3142852"/>
              <a:gd name="connsiteY127" fmla="*/ 2674876 h 3532456"/>
              <a:gd name="connsiteX128" fmla="*/ 52814 w 3142852"/>
              <a:gd name="connsiteY128" fmla="*/ 2649342 h 3532456"/>
              <a:gd name="connsiteX129" fmla="*/ 39178 w 3142852"/>
              <a:gd name="connsiteY129" fmla="*/ 2622267 h 3532456"/>
              <a:gd name="connsiteX130" fmla="*/ 27922 w 3142852"/>
              <a:gd name="connsiteY130" fmla="*/ 2593213 h 3532456"/>
              <a:gd name="connsiteX131" fmla="*/ 18831 w 3142852"/>
              <a:gd name="connsiteY131" fmla="*/ 2561736 h 3532456"/>
              <a:gd name="connsiteX132" fmla="*/ 12121 w 3142852"/>
              <a:gd name="connsiteY132" fmla="*/ 2527617 h 3532456"/>
              <a:gd name="connsiteX133" fmla="*/ 6710 w 3142852"/>
              <a:gd name="connsiteY133" fmla="*/ 2490417 h 3532456"/>
              <a:gd name="connsiteX134" fmla="*/ 3246 w 3142852"/>
              <a:gd name="connsiteY134" fmla="*/ 2449695 h 3532456"/>
              <a:gd name="connsiteX135" fmla="*/ 1082 w 3142852"/>
              <a:gd name="connsiteY135" fmla="*/ 2405231 h 3532456"/>
              <a:gd name="connsiteX136" fmla="*/ 216 w 3142852"/>
              <a:gd name="connsiteY136" fmla="*/ 2356365 h 3532456"/>
              <a:gd name="connsiteX137" fmla="*/ 0 w 3142852"/>
              <a:gd name="connsiteY137" fmla="*/ 2302656 h 3532456"/>
              <a:gd name="connsiteX138" fmla="*/ 649 w 3142852"/>
              <a:gd name="connsiteY138" fmla="*/ 2244105 h 3532456"/>
              <a:gd name="connsiteX139" fmla="*/ 1948 w 3142852"/>
              <a:gd name="connsiteY139" fmla="*/ 2180490 h 3532456"/>
              <a:gd name="connsiteX140" fmla="*/ 3246 w 3142852"/>
              <a:gd name="connsiteY140" fmla="*/ 2110713 h 3532456"/>
              <a:gd name="connsiteX141" fmla="*/ 4762 w 3142852"/>
              <a:gd name="connsiteY141" fmla="*/ 2034773 h 3532456"/>
              <a:gd name="connsiteX142" fmla="*/ 6061 w 3142852"/>
              <a:gd name="connsiteY142" fmla="*/ 1952449 h 3532456"/>
              <a:gd name="connsiteX143" fmla="*/ 7143 w 3142852"/>
              <a:gd name="connsiteY143" fmla="*/ 1862860 h 3532456"/>
              <a:gd name="connsiteX144" fmla="*/ 7576 w 3142852"/>
              <a:gd name="connsiteY144" fmla="*/ 1766229 h 3532456"/>
              <a:gd name="connsiteX145" fmla="*/ 7143 w 3142852"/>
              <a:gd name="connsiteY145" fmla="*/ 1669596 h 3532456"/>
              <a:gd name="connsiteX146" fmla="*/ 6061 w 3142852"/>
              <a:gd name="connsiteY146" fmla="*/ 1580009 h 3532456"/>
              <a:gd name="connsiteX147" fmla="*/ 4762 w 3142852"/>
              <a:gd name="connsiteY147" fmla="*/ 1497684 h 3532456"/>
              <a:gd name="connsiteX148" fmla="*/ 3246 w 3142852"/>
              <a:gd name="connsiteY148" fmla="*/ 1421743 h 3532456"/>
              <a:gd name="connsiteX149" fmla="*/ 1948 w 3142852"/>
              <a:gd name="connsiteY149" fmla="*/ 1351966 h 3532456"/>
              <a:gd name="connsiteX150" fmla="*/ 649 w 3142852"/>
              <a:gd name="connsiteY150" fmla="*/ 1288352 h 3532456"/>
              <a:gd name="connsiteX151" fmla="*/ 0 w 3142852"/>
              <a:gd name="connsiteY151" fmla="*/ 1229800 h 3532456"/>
              <a:gd name="connsiteX152" fmla="*/ 216 w 3142852"/>
              <a:gd name="connsiteY152" fmla="*/ 1176091 h 3532456"/>
              <a:gd name="connsiteX153" fmla="*/ 1082 w 3142852"/>
              <a:gd name="connsiteY153" fmla="*/ 1127225 h 3532456"/>
              <a:gd name="connsiteX154" fmla="*/ 3246 w 3142852"/>
              <a:gd name="connsiteY154" fmla="*/ 1082762 h 3532456"/>
              <a:gd name="connsiteX155" fmla="*/ 6710 w 3142852"/>
              <a:gd name="connsiteY155" fmla="*/ 1042039 h 3532456"/>
              <a:gd name="connsiteX156" fmla="*/ 11905 w 3142852"/>
              <a:gd name="connsiteY156" fmla="*/ 1004840 h 3532456"/>
              <a:gd name="connsiteX157" fmla="*/ 18831 w 3142852"/>
              <a:gd name="connsiteY157" fmla="*/ 970722 h 3532456"/>
              <a:gd name="connsiteX158" fmla="*/ 27922 w 3142852"/>
              <a:gd name="connsiteY158" fmla="*/ 939245 h 3532456"/>
              <a:gd name="connsiteX159" fmla="*/ 39178 w 3142852"/>
              <a:gd name="connsiteY159" fmla="*/ 910189 h 3532456"/>
              <a:gd name="connsiteX160" fmla="*/ 52814 w 3142852"/>
              <a:gd name="connsiteY160" fmla="*/ 883114 h 3532456"/>
              <a:gd name="connsiteX161" fmla="*/ 69264 w 3142852"/>
              <a:gd name="connsiteY161" fmla="*/ 857580 h 3532456"/>
              <a:gd name="connsiteX162" fmla="*/ 88744 w 3142852"/>
              <a:gd name="connsiteY162" fmla="*/ 833147 h 3532456"/>
              <a:gd name="connsiteX163" fmla="*/ 111039 w 3142852"/>
              <a:gd name="connsiteY163" fmla="*/ 809595 h 3532456"/>
              <a:gd name="connsiteX164" fmla="*/ 137013 w 3142852"/>
              <a:gd name="connsiteY164" fmla="*/ 786702 h 3532456"/>
              <a:gd name="connsiteX165" fmla="*/ 166450 w 3142852"/>
              <a:gd name="connsiteY165" fmla="*/ 763370 h 3532456"/>
              <a:gd name="connsiteX166" fmla="*/ 199567 w 3142852"/>
              <a:gd name="connsiteY166" fmla="*/ 740037 h 3532456"/>
              <a:gd name="connsiteX167" fmla="*/ 237012 w 3142852"/>
              <a:gd name="connsiteY167" fmla="*/ 715825 h 3532456"/>
              <a:gd name="connsiteX168" fmla="*/ 278354 w 3142852"/>
              <a:gd name="connsiteY168" fmla="*/ 690511 h 3532456"/>
              <a:gd name="connsiteX169" fmla="*/ 324458 w 3142852"/>
              <a:gd name="connsiteY169" fmla="*/ 663876 h 3532456"/>
              <a:gd name="connsiteX170" fmla="*/ 375108 w 3142852"/>
              <a:gd name="connsiteY170" fmla="*/ 635262 h 3532456"/>
              <a:gd name="connsiteX171" fmla="*/ 430735 w 3142852"/>
              <a:gd name="connsiteY171" fmla="*/ 604225 h 3532456"/>
              <a:gd name="connsiteX172" fmla="*/ 491125 w 3142852"/>
              <a:gd name="connsiteY172" fmla="*/ 570547 h 3532456"/>
              <a:gd name="connsiteX173" fmla="*/ 557359 w 3142852"/>
              <a:gd name="connsiteY173" fmla="*/ 533787 h 3532456"/>
              <a:gd name="connsiteX174" fmla="*/ 628786 w 3142852"/>
              <a:gd name="connsiteY174" fmla="*/ 493945 h 3532456"/>
              <a:gd name="connsiteX175" fmla="*/ 706276 w 3142852"/>
              <a:gd name="connsiteY175" fmla="*/ 450142 h 3532456"/>
              <a:gd name="connsiteX176" fmla="*/ 789393 w 3142852"/>
              <a:gd name="connsiteY176" fmla="*/ 401935 h 3532456"/>
              <a:gd name="connsiteX177" fmla="*/ 872510 w 3142852"/>
              <a:gd name="connsiteY177" fmla="*/ 353510 h 3532456"/>
              <a:gd name="connsiteX178" fmla="*/ 948917 w 3142852"/>
              <a:gd name="connsiteY178" fmla="*/ 307725 h 3532456"/>
              <a:gd name="connsiteX179" fmla="*/ 1019046 w 3142852"/>
              <a:gd name="connsiteY179" fmla="*/ 265462 h 3532456"/>
              <a:gd name="connsiteX180" fmla="*/ 1083548 w 3142852"/>
              <a:gd name="connsiteY180" fmla="*/ 226062 h 3532456"/>
              <a:gd name="connsiteX181" fmla="*/ 1142856 w 3142852"/>
              <a:gd name="connsiteY181" fmla="*/ 190182 h 3532456"/>
              <a:gd name="connsiteX182" fmla="*/ 1197184 w 3142852"/>
              <a:gd name="connsiteY182" fmla="*/ 156945 h 3532456"/>
              <a:gd name="connsiteX183" fmla="*/ 1247184 w 3142852"/>
              <a:gd name="connsiteY183" fmla="*/ 127229 h 3532456"/>
              <a:gd name="connsiteX184" fmla="*/ 1293071 w 3142852"/>
              <a:gd name="connsiteY184" fmla="*/ 100374 h 3532456"/>
              <a:gd name="connsiteX185" fmla="*/ 1335496 w 3142852"/>
              <a:gd name="connsiteY185" fmla="*/ 77042 h 3532456"/>
              <a:gd name="connsiteX186" fmla="*/ 1374890 w 3142852"/>
              <a:gd name="connsiteY186" fmla="*/ 56570 h 3532456"/>
              <a:gd name="connsiteX187" fmla="*/ 1411687 w 3142852"/>
              <a:gd name="connsiteY187" fmla="*/ 39402 h 3532456"/>
              <a:gd name="connsiteX188" fmla="*/ 1446318 w 3142852"/>
              <a:gd name="connsiteY188" fmla="*/ 25093 h 3532456"/>
              <a:gd name="connsiteX189" fmla="*/ 1479003 w 3142852"/>
              <a:gd name="connsiteY189" fmla="*/ 14088 h 3532456"/>
              <a:gd name="connsiteX190" fmla="*/ 1510604 w 3142852"/>
              <a:gd name="connsiteY190" fmla="*/ 6384 h 3532456"/>
              <a:gd name="connsiteX191" fmla="*/ 1541339 w 3142852"/>
              <a:gd name="connsiteY191" fmla="*/ 1541 h 353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3142852" h="3532456">
                <a:moveTo>
                  <a:pt x="1571643" y="0"/>
                </a:moveTo>
                <a:lnTo>
                  <a:pt x="1601512" y="1541"/>
                </a:lnTo>
                <a:lnTo>
                  <a:pt x="1632249" y="6384"/>
                </a:lnTo>
                <a:lnTo>
                  <a:pt x="1663850" y="14088"/>
                </a:lnTo>
                <a:lnTo>
                  <a:pt x="1696534" y="25093"/>
                </a:lnTo>
                <a:lnTo>
                  <a:pt x="1731167" y="39402"/>
                </a:lnTo>
                <a:lnTo>
                  <a:pt x="1767962" y="56570"/>
                </a:lnTo>
                <a:lnTo>
                  <a:pt x="1807356" y="77042"/>
                </a:lnTo>
                <a:lnTo>
                  <a:pt x="1849781" y="100374"/>
                </a:lnTo>
                <a:lnTo>
                  <a:pt x="1895668" y="127229"/>
                </a:lnTo>
                <a:lnTo>
                  <a:pt x="1945668" y="156945"/>
                </a:lnTo>
                <a:lnTo>
                  <a:pt x="1999997" y="190182"/>
                </a:lnTo>
                <a:lnTo>
                  <a:pt x="2059304" y="226062"/>
                </a:lnTo>
                <a:lnTo>
                  <a:pt x="2123806" y="265462"/>
                </a:lnTo>
                <a:lnTo>
                  <a:pt x="2193936" y="307725"/>
                </a:lnTo>
                <a:lnTo>
                  <a:pt x="2270342" y="353510"/>
                </a:lnTo>
                <a:lnTo>
                  <a:pt x="2353459" y="401935"/>
                </a:lnTo>
                <a:lnTo>
                  <a:pt x="2436576" y="450142"/>
                </a:lnTo>
                <a:lnTo>
                  <a:pt x="2514065" y="493945"/>
                </a:lnTo>
                <a:lnTo>
                  <a:pt x="2585493" y="534007"/>
                </a:lnTo>
                <a:lnTo>
                  <a:pt x="2651727" y="570766"/>
                </a:lnTo>
                <a:lnTo>
                  <a:pt x="2712117" y="604225"/>
                </a:lnTo>
                <a:lnTo>
                  <a:pt x="2767744" y="635262"/>
                </a:lnTo>
                <a:lnTo>
                  <a:pt x="2818394" y="663876"/>
                </a:lnTo>
                <a:lnTo>
                  <a:pt x="2864281" y="690511"/>
                </a:lnTo>
                <a:lnTo>
                  <a:pt x="2905840" y="716044"/>
                </a:lnTo>
                <a:lnTo>
                  <a:pt x="2943286" y="740037"/>
                </a:lnTo>
                <a:lnTo>
                  <a:pt x="2976186" y="763370"/>
                </a:lnTo>
                <a:lnTo>
                  <a:pt x="3005840" y="786702"/>
                </a:lnTo>
                <a:lnTo>
                  <a:pt x="3031813" y="809595"/>
                </a:lnTo>
                <a:lnTo>
                  <a:pt x="3054108" y="833147"/>
                </a:lnTo>
                <a:lnTo>
                  <a:pt x="3073588" y="857580"/>
                </a:lnTo>
                <a:lnTo>
                  <a:pt x="3090038" y="883114"/>
                </a:lnTo>
                <a:lnTo>
                  <a:pt x="3103675" y="910189"/>
                </a:lnTo>
                <a:lnTo>
                  <a:pt x="3114930" y="939245"/>
                </a:lnTo>
                <a:lnTo>
                  <a:pt x="3124021" y="970722"/>
                </a:lnTo>
                <a:lnTo>
                  <a:pt x="3130731" y="1004840"/>
                </a:lnTo>
                <a:lnTo>
                  <a:pt x="3136142" y="1042039"/>
                </a:lnTo>
                <a:lnTo>
                  <a:pt x="3139605" y="1082762"/>
                </a:lnTo>
                <a:lnTo>
                  <a:pt x="3141770" y="1127225"/>
                </a:lnTo>
                <a:lnTo>
                  <a:pt x="3142636" y="1176091"/>
                </a:lnTo>
                <a:lnTo>
                  <a:pt x="3142852" y="1229800"/>
                </a:lnTo>
                <a:lnTo>
                  <a:pt x="3142203" y="1288352"/>
                </a:lnTo>
                <a:lnTo>
                  <a:pt x="3140904" y="1351966"/>
                </a:lnTo>
                <a:lnTo>
                  <a:pt x="3139605" y="1421743"/>
                </a:lnTo>
                <a:lnTo>
                  <a:pt x="3138090" y="1497684"/>
                </a:lnTo>
                <a:lnTo>
                  <a:pt x="3136791" y="1580009"/>
                </a:lnTo>
                <a:lnTo>
                  <a:pt x="3135709" y="1669596"/>
                </a:lnTo>
                <a:lnTo>
                  <a:pt x="3135277" y="1766229"/>
                </a:lnTo>
                <a:lnTo>
                  <a:pt x="3135709" y="1862860"/>
                </a:lnTo>
                <a:lnTo>
                  <a:pt x="3136791" y="1952449"/>
                </a:lnTo>
                <a:lnTo>
                  <a:pt x="3138090" y="2034773"/>
                </a:lnTo>
                <a:lnTo>
                  <a:pt x="3139605" y="2110713"/>
                </a:lnTo>
                <a:lnTo>
                  <a:pt x="3140904" y="2180490"/>
                </a:lnTo>
                <a:lnTo>
                  <a:pt x="3142203" y="2244105"/>
                </a:lnTo>
                <a:lnTo>
                  <a:pt x="3142852" y="2302656"/>
                </a:lnTo>
                <a:lnTo>
                  <a:pt x="3142636" y="2356365"/>
                </a:lnTo>
                <a:lnTo>
                  <a:pt x="3141770" y="2405231"/>
                </a:lnTo>
                <a:lnTo>
                  <a:pt x="3139605" y="2449695"/>
                </a:lnTo>
                <a:lnTo>
                  <a:pt x="3136142" y="2490417"/>
                </a:lnTo>
                <a:lnTo>
                  <a:pt x="3130948" y="2527617"/>
                </a:lnTo>
                <a:lnTo>
                  <a:pt x="3124021" y="2561736"/>
                </a:lnTo>
                <a:lnTo>
                  <a:pt x="3114930" y="2593213"/>
                </a:lnTo>
                <a:lnTo>
                  <a:pt x="3103675" y="2622267"/>
                </a:lnTo>
                <a:lnTo>
                  <a:pt x="3090038" y="2649342"/>
                </a:lnTo>
                <a:lnTo>
                  <a:pt x="3073588" y="2674876"/>
                </a:lnTo>
                <a:lnTo>
                  <a:pt x="3054108" y="2699309"/>
                </a:lnTo>
                <a:lnTo>
                  <a:pt x="3031813" y="2722862"/>
                </a:lnTo>
                <a:lnTo>
                  <a:pt x="3005840" y="2745754"/>
                </a:lnTo>
                <a:lnTo>
                  <a:pt x="2976402" y="2769086"/>
                </a:lnTo>
                <a:lnTo>
                  <a:pt x="2943286" y="2792419"/>
                </a:lnTo>
                <a:lnTo>
                  <a:pt x="2905840" y="2816632"/>
                </a:lnTo>
                <a:lnTo>
                  <a:pt x="2864498" y="2841945"/>
                </a:lnTo>
                <a:lnTo>
                  <a:pt x="2818394" y="2868580"/>
                </a:lnTo>
                <a:lnTo>
                  <a:pt x="2767744" y="2897196"/>
                </a:lnTo>
                <a:lnTo>
                  <a:pt x="2712117" y="2928232"/>
                </a:lnTo>
                <a:lnTo>
                  <a:pt x="2651727" y="2961910"/>
                </a:lnTo>
                <a:lnTo>
                  <a:pt x="2585493" y="2998669"/>
                </a:lnTo>
                <a:lnTo>
                  <a:pt x="2514065" y="3038511"/>
                </a:lnTo>
                <a:lnTo>
                  <a:pt x="2436576" y="3082314"/>
                </a:lnTo>
                <a:lnTo>
                  <a:pt x="2353459" y="3130521"/>
                </a:lnTo>
                <a:lnTo>
                  <a:pt x="2270342" y="3178947"/>
                </a:lnTo>
                <a:lnTo>
                  <a:pt x="2193936" y="3224731"/>
                </a:lnTo>
                <a:lnTo>
                  <a:pt x="2123806" y="3266994"/>
                </a:lnTo>
                <a:lnTo>
                  <a:pt x="2059304" y="3306395"/>
                </a:lnTo>
                <a:lnTo>
                  <a:pt x="1999997" y="3342274"/>
                </a:lnTo>
                <a:lnTo>
                  <a:pt x="1945668" y="3375513"/>
                </a:lnTo>
                <a:lnTo>
                  <a:pt x="1895668" y="3405228"/>
                </a:lnTo>
                <a:lnTo>
                  <a:pt x="1849781" y="3432083"/>
                </a:lnTo>
                <a:lnTo>
                  <a:pt x="1807356" y="3455415"/>
                </a:lnTo>
                <a:lnTo>
                  <a:pt x="1767962" y="3475886"/>
                </a:lnTo>
                <a:lnTo>
                  <a:pt x="1731167" y="3493055"/>
                </a:lnTo>
                <a:lnTo>
                  <a:pt x="1696534" y="3507363"/>
                </a:lnTo>
                <a:lnTo>
                  <a:pt x="1663850" y="3518369"/>
                </a:lnTo>
                <a:lnTo>
                  <a:pt x="1632249" y="3526073"/>
                </a:lnTo>
                <a:lnTo>
                  <a:pt x="1601512" y="3530916"/>
                </a:lnTo>
                <a:lnTo>
                  <a:pt x="1571643" y="3532456"/>
                </a:lnTo>
                <a:lnTo>
                  <a:pt x="1541339" y="3530916"/>
                </a:lnTo>
                <a:lnTo>
                  <a:pt x="1510604" y="3526073"/>
                </a:lnTo>
                <a:lnTo>
                  <a:pt x="1479003" y="3518369"/>
                </a:lnTo>
                <a:lnTo>
                  <a:pt x="1446318" y="3507363"/>
                </a:lnTo>
                <a:lnTo>
                  <a:pt x="1411687" y="3493055"/>
                </a:lnTo>
                <a:lnTo>
                  <a:pt x="1374890" y="3475886"/>
                </a:lnTo>
                <a:lnTo>
                  <a:pt x="1335496" y="3455415"/>
                </a:lnTo>
                <a:lnTo>
                  <a:pt x="1293071" y="3432083"/>
                </a:lnTo>
                <a:lnTo>
                  <a:pt x="1247184" y="3405228"/>
                </a:lnTo>
                <a:lnTo>
                  <a:pt x="1197184" y="3375513"/>
                </a:lnTo>
                <a:lnTo>
                  <a:pt x="1142856" y="3342274"/>
                </a:lnTo>
                <a:lnTo>
                  <a:pt x="1083548" y="3306395"/>
                </a:lnTo>
                <a:lnTo>
                  <a:pt x="1019046" y="3266994"/>
                </a:lnTo>
                <a:lnTo>
                  <a:pt x="948917" y="3224731"/>
                </a:lnTo>
                <a:lnTo>
                  <a:pt x="872510" y="3178947"/>
                </a:lnTo>
                <a:lnTo>
                  <a:pt x="789393" y="3130521"/>
                </a:lnTo>
                <a:lnTo>
                  <a:pt x="706276" y="3082314"/>
                </a:lnTo>
                <a:lnTo>
                  <a:pt x="628786" y="3038511"/>
                </a:lnTo>
                <a:lnTo>
                  <a:pt x="557359" y="2998450"/>
                </a:lnTo>
                <a:lnTo>
                  <a:pt x="491125" y="2961690"/>
                </a:lnTo>
                <a:lnTo>
                  <a:pt x="430735" y="2928232"/>
                </a:lnTo>
                <a:lnTo>
                  <a:pt x="375108" y="2897196"/>
                </a:lnTo>
                <a:lnTo>
                  <a:pt x="324458" y="2868580"/>
                </a:lnTo>
                <a:lnTo>
                  <a:pt x="278571" y="2841945"/>
                </a:lnTo>
                <a:lnTo>
                  <a:pt x="237012" y="2816412"/>
                </a:lnTo>
                <a:lnTo>
                  <a:pt x="199567" y="2792419"/>
                </a:lnTo>
                <a:lnTo>
                  <a:pt x="166667" y="2769086"/>
                </a:lnTo>
                <a:lnTo>
                  <a:pt x="137013" y="2745754"/>
                </a:lnTo>
                <a:lnTo>
                  <a:pt x="111039" y="2722862"/>
                </a:lnTo>
                <a:lnTo>
                  <a:pt x="88744" y="2699309"/>
                </a:lnTo>
                <a:lnTo>
                  <a:pt x="69264" y="2674876"/>
                </a:lnTo>
                <a:lnTo>
                  <a:pt x="52814" y="2649342"/>
                </a:lnTo>
                <a:lnTo>
                  <a:pt x="39178" y="2622267"/>
                </a:lnTo>
                <a:lnTo>
                  <a:pt x="27922" y="2593213"/>
                </a:lnTo>
                <a:lnTo>
                  <a:pt x="18831" y="2561736"/>
                </a:lnTo>
                <a:lnTo>
                  <a:pt x="12121" y="2527617"/>
                </a:lnTo>
                <a:lnTo>
                  <a:pt x="6710" y="2490417"/>
                </a:lnTo>
                <a:lnTo>
                  <a:pt x="3246" y="2449695"/>
                </a:lnTo>
                <a:lnTo>
                  <a:pt x="1082" y="2405231"/>
                </a:lnTo>
                <a:lnTo>
                  <a:pt x="216" y="2356365"/>
                </a:lnTo>
                <a:lnTo>
                  <a:pt x="0" y="2302656"/>
                </a:lnTo>
                <a:lnTo>
                  <a:pt x="649" y="2244105"/>
                </a:lnTo>
                <a:lnTo>
                  <a:pt x="1948" y="2180490"/>
                </a:lnTo>
                <a:lnTo>
                  <a:pt x="3246" y="2110713"/>
                </a:lnTo>
                <a:lnTo>
                  <a:pt x="4762" y="2034773"/>
                </a:lnTo>
                <a:lnTo>
                  <a:pt x="6061" y="1952449"/>
                </a:lnTo>
                <a:lnTo>
                  <a:pt x="7143" y="1862860"/>
                </a:lnTo>
                <a:lnTo>
                  <a:pt x="7576" y="1766229"/>
                </a:lnTo>
                <a:lnTo>
                  <a:pt x="7143" y="1669596"/>
                </a:lnTo>
                <a:lnTo>
                  <a:pt x="6061" y="1580009"/>
                </a:lnTo>
                <a:lnTo>
                  <a:pt x="4762" y="1497684"/>
                </a:lnTo>
                <a:lnTo>
                  <a:pt x="3246" y="1421743"/>
                </a:lnTo>
                <a:lnTo>
                  <a:pt x="1948" y="1351966"/>
                </a:lnTo>
                <a:lnTo>
                  <a:pt x="649" y="1288352"/>
                </a:lnTo>
                <a:lnTo>
                  <a:pt x="0" y="1229800"/>
                </a:lnTo>
                <a:lnTo>
                  <a:pt x="216" y="1176091"/>
                </a:lnTo>
                <a:lnTo>
                  <a:pt x="1082" y="1127225"/>
                </a:lnTo>
                <a:lnTo>
                  <a:pt x="3246" y="1082762"/>
                </a:lnTo>
                <a:lnTo>
                  <a:pt x="6710" y="1042039"/>
                </a:lnTo>
                <a:lnTo>
                  <a:pt x="11905" y="1004840"/>
                </a:lnTo>
                <a:lnTo>
                  <a:pt x="18831" y="970722"/>
                </a:lnTo>
                <a:lnTo>
                  <a:pt x="27922" y="939245"/>
                </a:lnTo>
                <a:lnTo>
                  <a:pt x="39178" y="910189"/>
                </a:lnTo>
                <a:lnTo>
                  <a:pt x="52814" y="883114"/>
                </a:lnTo>
                <a:lnTo>
                  <a:pt x="69264" y="857580"/>
                </a:lnTo>
                <a:lnTo>
                  <a:pt x="88744" y="833147"/>
                </a:lnTo>
                <a:lnTo>
                  <a:pt x="111039" y="809595"/>
                </a:lnTo>
                <a:lnTo>
                  <a:pt x="137013" y="786702"/>
                </a:lnTo>
                <a:lnTo>
                  <a:pt x="166450" y="763370"/>
                </a:lnTo>
                <a:lnTo>
                  <a:pt x="199567" y="740037"/>
                </a:lnTo>
                <a:lnTo>
                  <a:pt x="237012" y="715825"/>
                </a:lnTo>
                <a:lnTo>
                  <a:pt x="278354" y="690511"/>
                </a:lnTo>
                <a:lnTo>
                  <a:pt x="324458" y="663876"/>
                </a:lnTo>
                <a:lnTo>
                  <a:pt x="375108" y="635262"/>
                </a:lnTo>
                <a:lnTo>
                  <a:pt x="430735" y="604225"/>
                </a:lnTo>
                <a:lnTo>
                  <a:pt x="491125" y="570547"/>
                </a:lnTo>
                <a:lnTo>
                  <a:pt x="557359" y="533787"/>
                </a:lnTo>
                <a:lnTo>
                  <a:pt x="628786" y="493945"/>
                </a:lnTo>
                <a:lnTo>
                  <a:pt x="706276" y="450142"/>
                </a:lnTo>
                <a:lnTo>
                  <a:pt x="789393" y="401935"/>
                </a:lnTo>
                <a:lnTo>
                  <a:pt x="872510" y="353510"/>
                </a:lnTo>
                <a:lnTo>
                  <a:pt x="948917" y="307725"/>
                </a:lnTo>
                <a:lnTo>
                  <a:pt x="1019046" y="265462"/>
                </a:lnTo>
                <a:lnTo>
                  <a:pt x="1083548" y="226062"/>
                </a:lnTo>
                <a:lnTo>
                  <a:pt x="1142856" y="190182"/>
                </a:lnTo>
                <a:lnTo>
                  <a:pt x="1197184" y="156945"/>
                </a:lnTo>
                <a:lnTo>
                  <a:pt x="1247184" y="127229"/>
                </a:lnTo>
                <a:lnTo>
                  <a:pt x="1293071" y="100374"/>
                </a:lnTo>
                <a:lnTo>
                  <a:pt x="1335496" y="77042"/>
                </a:lnTo>
                <a:lnTo>
                  <a:pt x="1374890" y="56570"/>
                </a:lnTo>
                <a:lnTo>
                  <a:pt x="1411687" y="39402"/>
                </a:lnTo>
                <a:lnTo>
                  <a:pt x="1446318" y="25093"/>
                </a:lnTo>
                <a:lnTo>
                  <a:pt x="1479003" y="14088"/>
                </a:lnTo>
                <a:lnTo>
                  <a:pt x="1510604" y="6384"/>
                </a:lnTo>
                <a:lnTo>
                  <a:pt x="1541339" y="154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654655" y="2115030"/>
            <a:ext cx="1967324" cy="2207785"/>
          </a:xfrm>
          <a:custGeom>
            <a:avLst/>
            <a:gdLst>
              <a:gd name="connsiteX0" fmla="*/ 1571643 w 3142852"/>
              <a:gd name="connsiteY0" fmla="*/ 0 h 3532456"/>
              <a:gd name="connsiteX1" fmla="*/ 1601512 w 3142852"/>
              <a:gd name="connsiteY1" fmla="*/ 1541 h 3532456"/>
              <a:gd name="connsiteX2" fmla="*/ 1632249 w 3142852"/>
              <a:gd name="connsiteY2" fmla="*/ 6384 h 3532456"/>
              <a:gd name="connsiteX3" fmla="*/ 1663850 w 3142852"/>
              <a:gd name="connsiteY3" fmla="*/ 14088 h 3532456"/>
              <a:gd name="connsiteX4" fmla="*/ 1696534 w 3142852"/>
              <a:gd name="connsiteY4" fmla="*/ 25093 h 3532456"/>
              <a:gd name="connsiteX5" fmla="*/ 1731167 w 3142852"/>
              <a:gd name="connsiteY5" fmla="*/ 39402 h 3532456"/>
              <a:gd name="connsiteX6" fmla="*/ 1767962 w 3142852"/>
              <a:gd name="connsiteY6" fmla="*/ 56570 h 3532456"/>
              <a:gd name="connsiteX7" fmla="*/ 1807356 w 3142852"/>
              <a:gd name="connsiteY7" fmla="*/ 77042 h 3532456"/>
              <a:gd name="connsiteX8" fmla="*/ 1849781 w 3142852"/>
              <a:gd name="connsiteY8" fmla="*/ 100374 h 3532456"/>
              <a:gd name="connsiteX9" fmla="*/ 1895668 w 3142852"/>
              <a:gd name="connsiteY9" fmla="*/ 127229 h 3532456"/>
              <a:gd name="connsiteX10" fmla="*/ 1945668 w 3142852"/>
              <a:gd name="connsiteY10" fmla="*/ 156945 h 3532456"/>
              <a:gd name="connsiteX11" fmla="*/ 1999997 w 3142852"/>
              <a:gd name="connsiteY11" fmla="*/ 190182 h 3532456"/>
              <a:gd name="connsiteX12" fmla="*/ 2059304 w 3142852"/>
              <a:gd name="connsiteY12" fmla="*/ 226062 h 3532456"/>
              <a:gd name="connsiteX13" fmla="*/ 2123806 w 3142852"/>
              <a:gd name="connsiteY13" fmla="*/ 265462 h 3532456"/>
              <a:gd name="connsiteX14" fmla="*/ 2193936 w 3142852"/>
              <a:gd name="connsiteY14" fmla="*/ 307725 h 3532456"/>
              <a:gd name="connsiteX15" fmla="*/ 2270342 w 3142852"/>
              <a:gd name="connsiteY15" fmla="*/ 353510 h 3532456"/>
              <a:gd name="connsiteX16" fmla="*/ 2353459 w 3142852"/>
              <a:gd name="connsiteY16" fmla="*/ 401935 h 3532456"/>
              <a:gd name="connsiteX17" fmla="*/ 2436576 w 3142852"/>
              <a:gd name="connsiteY17" fmla="*/ 450142 h 3532456"/>
              <a:gd name="connsiteX18" fmla="*/ 2514065 w 3142852"/>
              <a:gd name="connsiteY18" fmla="*/ 493945 h 3532456"/>
              <a:gd name="connsiteX19" fmla="*/ 2585493 w 3142852"/>
              <a:gd name="connsiteY19" fmla="*/ 534007 h 3532456"/>
              <a:gd name="connsiteX20" fmla="*/ 2651727 w 3142852"/>
              <a:gd name="connsiteY20" fmla="*/ 570766 h 3532456"/>
              <a:gd name="connsiteX21" fmla="*/ 2712117 w 3142852"/>
              <a:gd name="connsiteY21" fmla="*/ 604225 h 3532456"/>
              <a:gd name="connsiteX22" fmla="*/ 2767744 w 3142852"/>
              <a:gd name="connsiteY22" fmla="*/ 635262 h 3532456"/>
              <a:gd name="connsiteX23" fmla="*/ 2818394 w 3142852"/>
              <a:gd name="connsiteY23" fmla="*/ 663876 h 3532456"/>
              <a:gd name="connsiteX24" fmla="*/ 2864281 w 3142852"/>
              <a:gd name="connsiteY24" fmla="*/ 690511 h 3532456"/>
              <a:gd name="connsiteX25" fmla="*/ 2905840 w 3142852"/>
              <a:gd name="connsiteY25" fmla="*/ 716044 h 3532456"/>
              <a:gd name="connsiteX26" fmla="*/ 2943286 w 3142852"/>
              <a:gd name="connsiteY26" fmla="*/ 740037 h 3532456"/>
              <a:gd name="connsiteX27" fmla="*/ 2976186 w 3142852"/>
              <a:gd name="connsiteY27" fmla="*/ 763370 h 3532456"/>
              <a:gd name="connsiteX28" fmla="*/ 3005840 w 3142852"/>
              <a:gd name="connsiteY28" fmla="*/ 786702 h 3532456"/>
              <a:gd name="connsiteX29" fmla="*/ 3031813 w 3142852"/>
              <a:gd name="connsiteY29" fmla="*/ 809595 h 3532456"/>
              <a:gd name="connsiteX30" fmla="*/ 3054108 w 3142852"/>
              <a:gd name="connsiteY30" fmla="*/ 833147 h 3532456"/>
              <a:gd name="connsiteX31" fmla="*/ 3073588 w 3142852"/>
              <a:gd name="connsiteY31" fmla="*/ 857580 h 3532456"/>
              <a:gd name="connsiteX32" fmla="*/ 3090038 w 3142852"/>
              <a:gd name="connsiteY32" fmla="*/ 883114 h 3532456"/>
              <a:gd name="connsiteX33" fmla="*/ 3103675 w 3142852"/>
              <a:gd name="connsiteY33" fmla="*/ 910189 h 3532456"/>
              <a:gd name="connsiteX34" fmla="*/ 3114930 w 3142852"/>
              <a:gd name="connsiteY34" fmla="*/ 939245 h 3532456"/>
              <a:gd name="connsiteX35" fmla="*/ 3124021 w 3142852"/>
              <a:gd name="connsiteY35" fmla="*/ 970722 h 3532456"/>
              <a:gd name="connsiteX36" fmla="*/ 3130731 w 3142852"/>
              <a:gd name="connsiteY36" fmla="*/ 1004840 h 3532456"/>
              <a:gd name="connsiteX37" fmla="*/ 3136142 w 3142852"/>
              <a:gd name="connsiteY37" fmla="*/ 1042039 h 3532456"/>
              <a:gd name="connsiteX38" fmla="*/ 3139605 w 3142852"/>
              <a:gd name="connsiteY38" fmla="*/ 1082762 h 3532456"/>
              <a:gd name="connsiteX39" fmla="*/ 3141770 w 3142852"/>
              <a:gd name="connsiteY39" fmla="*/ 1127225 h 3532456"/>
              <a:gd name="connsiteX40" fmla="*/ 3142636 w 3142852"/>
              <a:gd name="connsiteY40" fmla="*/ 1176091 h 3532456"/>
              <a:gd name="connsiteX41" fmla="*/ 3142852 w 3142852"/>
              <a:gd name="connsiteY41" fmla="*/ 1229800 h 3532456"/>
              <a:gd name="connsiteX42" fmla="*/ 3142203 w 3142852"/>
              <a:gd name="connsiteY42" fmla="*/ 1288352 h 3532456"/>
              <a:gd name="connsiteX43" fmla="*/ 3140904 w 3142852"/>
              <a:gd name="connsiteY43" fmla="*/ 1351966 h 3532456"/>
              <a:gd name="connsiteX44" fmla="*/ 3139605 w 3142852"/>
              <a:gd name="connsiteY44" fmla="*/ 1421743 h 3532456"/>
              <a:gd name="connsiteX45" fmla="*/ 3138090 w 3142852"/>
              <a:gd name="connsiteY45" fmla="*/ 1497684 h 3532456"/>
              <a:gd name="connsiteX46" fmla="*/ 3136791 w 3142852"/>
              <a:gd name="connsiteY46" fmla="*/ 1580009 h 3532456"/>
              <a:gd name="connsiteX47" fmla="*/ 3135709 w 3142852"/>
              <a:gd name="connsiteY47" fmla="*/ 1669596 h 3532456"/>
              <a:gd name="connsiteX48" fmla="*/ 3135277 w 3142852"/>
              <a:gd name="connsiteY48" fmla="*/ 1766229 h 3532456"/>
              <a:gd name="connsiteX49" fmla="*/ 3135709 w 3142852"/>
              <a:gd name="connsiteY49" fmla="*/ 1862860 h 3532456"/>
              <a:gd name="connsiteX50" fmla="*/ 3136791 w 3142852"/>
              <a:gd name="connsiteY50" fmla="*/ 1952449 h 3532456"/>
              <a:gd name="connsiteX51" fmla="*/ 3138090 w 3142852"/>
              <a:gd name="connsiteY51" fmla="*/ 2034773 h 3532456"/>
              <a:gd name="connsiteX52" fmla="*/ 3139605 w 3142852"/>
              <a:gd name="connsiteY52" fmla="*/ 2110713 h 3532456"/>
              <a:gd name="connsiteX53" fmla="*/ 3140904 w 3142852"/>
              <a:gd name="connsiteY53" fmla="*/ 2180490 h 3532456"/>
              <a:gd name="connsiteX54" fmla="*/ 3142203 w 3142852"/>
              <a:gd name="connsiteY54" fmla="*/ 2244105 h 3532456"/>
              <a:gd name="connsiteX55" fmla="*/ 3142852 w 3142852"/>
              <a:gd name="connsiteY55" fmla="*/ 2302656 h 3532456"/>
              <a:gd name="connsiteX56" fmla="*/ 3142636 w 3142852"/>
              <a:gd name="connsiteY56" fmla="*/ 2356365 h 3532456"/>
              <a:gd name="connsiteX57" fmla="*/ 3141770 w 3142852"/>
              <a:gd name="connsiteY57" fmla="*/ 2405231 h 3532456"/>
              <a:gd name="connsiteX58" fmla="*/ 3139605 w 3142852"/>
              <a:gd name="connsiteY58" fmla="*/ 2449695 h 3532456"/>
              <a:gd name="connsiteX59" fmla="*/ 3136142 w 3142852"/>
              <a:gd name="connsiteY59" fmla="*/ 2490417 h 3532456"/>
              <a:gd name="connsiteX60" fmla="*/ 3130948 w 3142852"/>
              <a:gd name="connsiteY60" fmla="*/ 2527617 h 3532456"/>
              <a:gd name="connsiteX61" fmla="*/ 3124021 w 3142852"/>
              <a:gd name="connsiteY61" fmla="*/ 2561736 h 3532456"/>
              <a:gd name="connsiteX62" fmla="*/ 3114930 w 3142852"/>
              <a:gd name="connsiteY62" fmla="*/ 2593213 h 3532456"/>
              <a:gd name="connsiteX63" fmla="*/ 3103675 w 3142852"/>
              <a:gd name="connsiteY63" fmla="*/ 2622267 h 3532456"/>
              <a:gd name="connsiteX64" fmla="*/ 3090038 w 3142852"/>
              <a:gd name="connsiteY64" fmla="*/ 2649342 h 3532456"/>
              <a:gd name="connsiteX65" fmla="*/ 3073588 w 3142852"/>
              <a:gd name="connsiteY65" fmla="*/ 2674876 h 3532456"/>
              <a:gd name="connsiteX66" fmla="*/ 3054108 w 3142852"/>
              <a:gd name="connsiteY66" fmla="*/ 2699309 h 3532456"/>
              <a:gd name="connsiteX67" fmla="*/ 3031813 w 3142852"/>
              <a:gd name="connsiteY67" fmla="*/ 2722862 h 3532456"/>
              <a:gd name="connsiteX68" fmla="*/ 3005840 w 3142852"/>
              <a:gd name="connsiteY68" fmla="*/ 2745754 h 3532456"/>
              <a:gd name="connsiteX69" fmla="*/ 2976402 w 3142852"/>
              <a:gd name="connsiteY69" fmla="*/ 2769086 h 3532456"/>
              <a:gd name="connsiteX70" fmla="*/ 2943286 w 3142852"/>
              <a:gd name="connsiteY70" fmla="*/ 2792419 h 3532456"/>
              <a:gd name="connsiteX71" fmla="*/ 2905840 w 3142852"/>
              <a:gd name="connsiteY71" fmla="*/ 2816632 h 3532456"/>
              <a:gd name="connsiteX72" fmla="*/ 2864498 w 3142852"/>
              <a:gd name="connsiteY72" fmla="*/ 2841945 h 3532456"/>
              <a:gd name="connsiteX73" fmla="*/ 2818394 w 3142852"/>
              <a:gd name="connsiteY73" fmla="*/ 2868580 h 3532456"/>
              <a:gd name="connsiteX74" fmla="*/ 2767744 w 3142852"/>
              <a:gd name="connsiteY74" fmla="*/ 2897196 h 3532456"/>
              <a:gd name="connsiteX75" fmla="*/ 2712117 w 3142852"/>
              <a:gd name="connsiteY75" fmla="*/ 2928232 h 3532456"/>
              <a:gd name="connsiteX76" fmla="*/ 2651727 w 3142852"/>
              <a:gd name="connsiteY76" fmla="*/ 2961910 h 3532456"/>
              <a:gd name="connsiteX77" fmla="*/ 2585493 w 3142852"/>
              <a:gd name="connsiteY77" fmla="*/ 2998669 h 3532456"/>
              <a:gd name="connsiteX78" fmla="*/ 2514065 w 3142852"/>
              <a:gd name="connsiteY78" fmla="*/ 3038511 h 3532456"/>
              <a:gd name="connsiteX79" fmla="*/ 2436576 w 3142852"/>
              <a:gd name="connsiteY79" fmla="*/ 3082314 h 3532456"/>
              <a:gd name="connsiteX80" fmla="*/ 2353459 w 3142852"/>
              <a:gd name="connsiteY80" fmla="*/ 3130521 h 3532456"/>
              <a:gd name="connsiteX81" fmla="*/ 2270342 w 3142852"/>
              <a:gd name="connsiteY81" fmla="*/ 3178947 h 3532456"/>
              <a:gd name="connsiteX82" fmla="*/ 2193936 w 3142852"/>
              <a:gd name="connsiteY82" fmla="*/ 3224731 h 3532456"/>
              <a:gd name="connsiteX83" fmla="*/ 2123806 w 3142852"/>
              <a:gd name="connsiteY83" fmla="*/ 3266994 h 3532456"/>
              <a:gd name="connsiteX84" fmla="*/ 2059304 w 3142852"/>
              <a:gd name="connsiteY84" fmla="*/ 3306395 h 3532456"/>
              <a:gd name="connsiteX85" fmla="*/ 1999997 w 3142852"/>
              <a:gd name="connsiteY85" fmla="*/ 3342274 h 3532456"/>
              <a:gd name="connsiteX86" fmla="*/ 1945668 w 3142852"/>
              <a:gd name="connsiteY86" fmla="*/ 3375513 h 3532456"/>
              <a:gd name="connsiteX87" fmla="*/ 1895668 w 3142852"/>
              <a:gd name="connsiteY87" fmla="*/ 3405228 h 3532456"/>
              <a:gd name="connsiteX88" fmla="*/ 1849781 w 3142852"/>
              <a:gd name="connsiteY88" fmla="*/ 3432083 h 3532456"/>
              <a:gd name="connsiteX89" fmla="*/ 1807356 w 3142852"/>
              <a:gd name="connsiteY89" fmla="*/ 3455415 h 3532456"/>
              <a:gd name="connsiteX90" fmla="*/ 1767962 w 3142852"/>
              <a:gd name="connsiteY90" fmla="*/ 3475886 h 3532456"/>
              <a:gd name="connsiteX91" fmla="*/ 1731167 w 3142852"/>
              <a:gd name="connsiteY91" fmla="*/ 3493055 h 3532456"/>
              <a:gd name="connsiteX92" fmla="*/ 1696534 w 3142852"/>
              <a:gd name="connsiteY92" fmla="*/ 3507363 h 3532456"/>
              <a:gd name="connsiteX93" fmla="*/ 1663850 w 3142852"/>
              <a:gd name="connsiteY93" fmla="*/ 3518369 h 3532456"/>
              <a:gd name="connsiteX94" fmla="*/ 1632249 w 3142852"/>
              <a:gd name="connsiteY94" fmla="*/ 3526073 h 3532456"/>
              <a:gd name="connsiteX95" fmla="*/ 1601512 w 3142852"/>
              <a:gd name="connsiteY95" fmla="*/ 3530916 h 3532456"/>
              <a:gd name="connsiteX96" fmla="*/ 1571643 w 3142852"/>
              <a:gd name="connsiteY96" fmla="*/ 3532456 h 3532456"/>
              <a:gd name="connsiteX97" fmla="*/ 1541339 w 3142852"/>
              <a:gd name="connsiteY97" fmla="*/ 3530916 h 3532456"/>
              <a:gd name="connsiteX98" fmla="*/ 1510604 w 3142852"/>
              <a:gd name="connsiteY98" fmla="*/ 3526073 h 3532456"/>
              <a:gd name="connsiteX99" fmla="*/ 1479003 w 3142852"/>
              <a:gd name="connsiteY99" fmla="*/ 3518369 h 3532456"/>
              <a:gd name="connsiteX100" fmla="*/ 1446318 w 3142852"/>
              <a:gd name="connsiteY100" fmla="*/ 3507363 h 3532456"/>
              <a:gd name="connsiteX101" fmla="*/ 1411687 w 3142852"/>
              <a:gd name="connsiteY101" fmla="*/ 3493055 h 3532456"/>
              <a:gd name="connsiteX102" fmla="*/ 1374890 w 3142852"/>
              <a:gd name="connsiteY102" fmla="*/ 3475886 h 3532456"/>
              <a:gd name="connsiteX103" fmla="*/ 1335496 w 3142852"/>
              <a:gd name="connsiteY103" fmla="*/ 3455415 h 3532456"/>
              <a:gd name="connsiteX104" fmla="*/ 1293071 w 3142852"/>
              <a:gd name="connsiteY104" fmla="*/ 3432083 h 3532456"/>
              <a:gd name="connsiteX105" fmla="*/ 1247184 w 3142852"/>
              <a:gd name="connsiteY105" fmla="*/ 3405228 h 3532456"/>
              <a:gd name="connsiteX106" fmla="*/ 1197184 w 3142852"/>
              <a:gd name="connsiteY106" fmla="*/ 3375513 h 3532456"/>
              <a:gd name="connsiteX107" fmla="*/ 1142856 w 3142852"/>
              <a:gd name="connsiteY107" fmla="*/ 3342274 h 3532456"/>
              <a:gd name="connsiteX108" fmla="*/ 1083548 w 3142852"/>
              <a:gd name="connsiteY108" fmla="*/ 3306395 h 3532456"/>
              <a:gd name="connsiteX109" fmla="*/ 1019046 w 3142852"/>
              <a:gd name="connsiteY109" fmla="*/ 3266994 h 3532456"/>
              <a:gd name="connsiteX110" fmla="*/ 948917 w 3142852"/>
              <a:gd name="connsiteY110" fmla="*/ 3224731 h 3532456"/>
              <a:gd name="connsiteX111" fmla="*/ 872510 w 3142852"/>
              <a:gd name="connsiteY111" fmla="*/ 3178947 h 3532456"/>
              <a:gd name="connsiteX112" fmla="*/ 789393 w 3142852"/>
              <a:gd name="connsiteY112" fmla="*/ 3130521 h 3532456"/>
              <a:gd name="connsiteX113" fmla="*/ 706276 w 3142852"/>
              <a:gd name="connsiteY113" fmla="*/ 3082314 h 3532456"/>
              <a:gd name="connsiteX114" fmla="*/ 628786 w 3142852"/>
              <a:gd name="connsiteY114" fmla="*/ 3038511 h 3532456"/>
              <a:gd name="connsiteX115" fmla="*/ 557359 w 3142852"/>
              <a:gd name="connsiteY115" fmla="*/ 2998450 h 3532456"/>
              <a:gd name="connsiteX116" fmla="*/ 491125 w 3142852"/>
              <a:gd name="connsiteY116" fmla="*/ 2961690 h 3532456"/>
              <a:gd name="connsiteX117" fmla="*/ 430735 w 3142852"/>
              <a:gd name="connsiteY117" fmla="*/ 2928232 h 3532456"/>
              <a:gd name="connsiteX118" fmla="*/ 375108 w 3142852"/>
              <a:gd name="connsiteY118" fmla="*/ 2897196 h 3532456"/>
              <a:gd name="connsiteX119" fmla="*/ 324458 w 3142852"/>
              <a:gd name="connsiteY119" fmla="*/ 2868580 h 3532456"/>
              <a:gd name="connsiteX120" fmla="*/ 278571 w 3142852"/>
              <a:gd name="connsiteY120" fmla="*/ 2841945 h 3532456"/>
              <a:gd name="connsiteX121" fmla="*/ 237012 w 3142852"/>
              <a:gd name="connsiteY121" fmla="*/ 2816412 h 3532456"/>
              <a:gd name="connsiteX122" fmla="*/ 199567 w 3142852"/>
              <a:gd name="connsiteY122" fmla="*/ 2792419 h 3532456"/>
              <a:gd name="connsiteX123" fmla="*/ 166667 w 3142852"/>
              <a:gd name="connsiteY123" fmla="*/ 2769086 h 3532456"/>
              <a:gd name="connsiteX124" fmla="*/ 137013 w 3142852"/>
              <a:gd name="connsiteY124" fmla="*/ 2745754 h 3532456"/>
              <a:gd name="connsiteX125" fmla="*/ 111039 w 3142852"/>
              <a:gd name="connsiteY125" fmla="*/ 2722862 h 3532456"/>
              <a:gd name="connsiteX126" fmla="*/ 88744 w 3142852"/>
              <a:gd name="connsiteY126" fmla="*/ 2699309 h 3532456"/>
              <a:gd name="connsiteX127" fmla="*/ 69264 w 3142852"/>
              <a:gd name="connsiteY127" fmla="*/ 2674876 h 3532456"/>
              <a:gd name="connsiteX128" fmla="*/ 52814 w 3142852"/>
              <a:gd name="connsiteY128" fmla="*/ 2649342 h 3532456"/>
              <a:gd name="connsiteX129" fmla="*/ 39178 w 3142852"/>
              <a:gd name="connsiteY129" fmla="*/ 2622267 h 3532456"/>
              <a:gd name="connsiteX130" fmla="*/ 27922 w 3142852"/>
              <a:gd name="connsiteY130" fmla="*/ 2593213 h 3532456"/>
              <a:gd name="connsiteX131" fmla="*/ 18831 w 3142852"/>
              <a:gd name="connsiteY131" fmla="*/ 2561736 h 3532456"/>
              <a:gd name="connsiteX132" fmla="*/ 12121 w 3142852"/>
              <a:gd name="connsiteY132" fmla="*/ 2527617 h 3532456"/>
              <a:gd name="connsiteX133" fmla="*/ 6710 w 3142852"/>
              <a:gd name="connsiteY133" fmla="*/ 2490417 h 3532456"/>
              <a:gd name="connsiteX134" fmla="*/ 3246 w 3142852"/>
              <a:gd name="connsiteY134" fmla="*/ 2449695 h 3532456"/>
              <a:gd name="connsiteX135" fmla="*/ 1082 w 3142852"/>
              <a:gd name="connsiteY135" fmla="*/ 2405231 h 3532456"/>
              <a:gd name="connsiteX136" fmla="*/ 216 w 3142852"/>
              <a:gd name="connsiteY136" fmla="*/ 2356365 h 3532456"/>
              <a:gd name="connsiteX137" fmla="*/ 0 w 3142852"/>
              <a:gd name="connsiteY137" fmla="*/ 2302656 h 3532456"/>
              <a:gd name="connsiteX138" fmla="*/ 649 w 3142852"/>
              <a:gd name="connsiteY138" fmla="*/ 2244105 h 3532456"/>
              <a:gd name="connsiteX139" fmla="*/ 1948 w 3142852"/>
              <a:gd name="connsiteY139" fmla="*/ 2180490 h 3532456"/>
              <a:gd name="connsiteX140" fmla="*/ 3246 w 3142852"/>
              <a:gd name="connsiteY140" fmla="*/ 2110713 h 3532456"/>
              <a:gd name="connsiteX141" fmla="*/ 4762 w 3142852"/>
              <a:gd name="connsiteY141" fmla="*/ 2034773 h 3532456"/>
              <a:gd name="connsiteX142" fmla="*/ 6061 w 3142852"/>
              <a:gd name="connsiteY142" fmla="*/ 1952449 h 3532456"/>
              <a:gd name="connsiteX143" fmla="*/ 7143 w 3142852"/>
              <a:gd name="connsiteY143" fmla="*/ 1862860 h 3532456"/>
              <a:gd name="connsiteX144" fmla="*/ 7576 w 3142852"/>
              <a:gd name="connsiteY144" fmla="*/ 1766229 h 3532456"/>
              <a:gd name="connsiteX145" fmla="*/ 7143 w 3142852"/>
              <a:gd name="connsiteY145" fmla="*/ 1669596 h 3532456"/>
              <a:gd name="connsiteX146" fmla="*/ 6061 w 3142852"/>
              <a:gd name="connsiteY146" fmla="*/ 1580009 h 3532456"/>
              <a:gd name="connsiteX147" fmla="*/ 4762 w 3142852"/>
              <a:gd name="connsiteY147" fmla="*/ 1497684 h 3532456"/>
              <a:gd name="connsiteX148" fmla="*/ 3246 w 3142852"/>
              <a:gd name="connsiteY148" fmla="*/ 1421743 h 3532456"/>
              <a:gd name="connsiteX149" fmla="*/ 1948 w 3142852"/>
              <a:gd name="connsiteY149" fmla="*/ 1351966 h 3532456"/>
              <a:gd name="connsiteX150" fmla="*/ 649 w 3142852"/>
              <a:gd name="connsiteY150" fmla="*/ 1288352 h 3532456"/>
              <a:gd name="connsiteX151" fmla="*/ 0 w 3142852"/>
              <a:gd name="connsiteY151" fmla="*/ 1229800 h 3532456"/>
              <a:gd name="connsiteX152" fmla="*/ 216 w 3142852"/>
              <a:gd name="connsiteY152" fmla="*/ 1176091 h 3532456"/>
              <a:gd name="connsiteX153" fmla="*/ 1082 w 3142852"/>
              <a:gd name="connsiteY153" fmla="*/ 1127225 h 3532456"/>
              <a:gd name="connsiteX154" fmla="*/ 3246 w 3142852"/>
              <a:gd name="connsiteY154" fmla="*/ 1082762 h 3532456"/>
              <a:gd name="connsiteX155" fmla="*/ 6710 w 3142852"/>
              <a:gd name="connsiteY155" fmla="*/ 1042039 h 3532456"/>
              <a:gd name="connsiteX156" fmla="*/ 11905 w 3142852"/>
              <a:gd name="connsiteY156" fmla="*/ 1004840 h 3532456"/>
              <a:gd name="connsiteX157" fmla="*/ 18831 w 3142852"/>
              <a:gd name="connsiteY157" fmla="*/ 970722 h 3532456"/>
              <a:gd name="connsiteX158" fmla="*/ 27922 w 3142852"/>
              <a:gd name="connsiteY158" fmla="*/ 939245 h 3532456"/>
              <a:gd name="connsiteX159" fmla="*/ 39178 w 3142852"/>
              <a:gd name="connsiteY159" fmla="*/ 910189 h 3532456"/>
              <a:gd name="connsiteX160" fmla="*/ 52814 w 3142852"/>
              <a:gd name="connsiteY160" fmla="*/ 883114 h 3532456"/>
              <a:gd name="connsiteX161" fmla="*/ 69264 w 3142852"/>
              <a:gd name="connsiteY161" fmla="*/ 857580 h 3532456"/>
              <a:gd name="connsiteX162" fmla="*/ 88744 w 3142852"/>
              <a:gd name="connsiteY162" fmla="*/ 833147 h 3532456"/>
              <a:gd name="connsiteX163" fmla="*/ 111039 w 3142852"/>
              <a:gd name="connsiteY163" fmla="*/ 809595 h 3532456"/>
              <a:gd name="connsiteX164" fmla="*/ 137013 w 3142852"/>
              <a:gd name="connsiteY164" fmla="*/ 786702 h 3532456"/>
              <a:gd name="connsiteX165" fmla="*/ 166450 w 3142852"/>
              <a:gd name="connsiteY165" fmla="*/ 763370 h 3532456"/>
              <a:gd name="connsiteX166" fmla="*/ 199567 w 3142852"/>
              <a:gd name="connsiteY166" fmla="*/ 740037 h 3532456"/>
              <a:gd name="connsiteX167" fmla="*/ 237012 w 3142852"/>
              <a:gd name="connsiteY167" fmla="*/ 715825 h 3532456"/>
              <a:gd name="connsiteX168" fmla="*/ 278354 w 3142852"/>
              <a:gd name="connsiteY168" fmla="*/ 690511 h 3532456"/>
              <a:gd name="connsiteX169" fmla="*/ 324458 w 3142852"/>
              <a:gd name="connsiteY169" fmla="*/ 663876 h 3532456"/>
              <a:gd name="connsiteX170" fmla="*/ 375108 w 3142852"/>
              <a:gd name="connsiteY170" fmla="*/ 635262 h 3532456"/>
              <a:gd name="connsiteX171" fmla="*/ 430735 w 3142852"/>
              <a:gd name="connsiteY171" fmla="*/ 604225 h 3532456"/>
              <a:gd name="connsiteX172" fmla="*/ 491125 w 3142852"/>
              <a:gd name="connsiteY172" fmla="*/ 570547 h 3532456"/>
              <a:gd name="connsiteX173" fmla="*/ 557359 w 3142852"/>
              <a:gd name="connsiteY173" fmla="*/ 533787 h 3532456"/>
              <a:gd name="connsiteX174" fmla="*/ 628786 w 3142852"/>
              <a:gd name="connsiteY174" fmla="*/ 493945 h 3532456"/>
              <a:gd name="connsiteX175" fmla="*/ 706276 w 3142852"/>
              <a:gd name="connsiteY175" fmla="*/ 450142 h 3532456"/>
              <a:gd name="connsiteX176" fmla="*/ 789393 w 3142852"/>
              <a:gd name="connsiteY176" fmla="*/ 401935 h 3532456"/>
              <a:gd name="connsiteX177" fmla="*/ 872510 w 3142852"/>
              <a:gd name="connsiteY177" fmla="*/ 353510 h 3532456"/>
              <a:gd name="connsiteX178" fmla="*/ 948917 w 3142852"/>
              <a:gd name="connsiteY178" fmla="*/ 307725 h 3532456"/>
              <a:gd name="connsiteX179" fmla="*/ 1019046 w 3142852"/>
              <a:gd name="connsiteY179" fmla="*/ 265462 h 3532456"/>
              <a:gd name="connsiteX180" fmla="*/ 1083548 w 3142852"/>
              <a:gd name="connsiteY180" fmla="*/ 226062 h 3532456"/>
              <a:gd name="connsiteX181" fmla="*/ 1142856 w 3142852"/>
              <a:gd name="connsiteY181" fmla="*/ 190182 h 3532456"/>
              <a:gd name="connsiteX182" fmla="*/ 1197184 w 3142852"/>
              <a:gd name="connsiteY182" fmla="*/ 156945 h 3532456"/>
              <a:gd name="connsiteX183" fmla="*/ 1247184 w 3142852"/>
              <a:gd name="connsiteY183" fmla="*/ 127229 h 3532456"/>
              <a:gd name="connsiteX184" fmla="*/ 1293071 w 3142852"/>
              <a:gd name="connsiteY184" fmla="*/ 100374 h 3532456"/>
              <a:gd name="connsiteX185" fmla="*/ 1335496 w 3142852"/>
              <a:gd name="connsiteY185" fmla="*/ 77042 h 3532456"/>
              <a:gd name="connsiteX186" fmla="*/ 1374890 w 3142852"/>
              <a:gd name="connsiteY186" fmla="*/ 56570 h 3532456"/>
              <a:gd name="connsiteX187" fmla="*/ 1411687 w 3142852"/>
              <a:gd name="connsiteY187" fmla="*/ 39402 h 3532456"/>
              <a:gd name="connsiteX188" fmla="*/ 1446318 w 3142852"/>
              <a:gd name="connsiteY188" fmla="*/ 25093 h 3532456"/>
              <a:gd name="connsiteX189" fmla="*/ 1479003 w 3142852"/>
              <a:gd name="connsiteY189" fmla="*/ 14088 h 3532456"/>
              <a:gd name="connsiteX190" fmla="*/ 1510604 w 3142852"/>
              <a:gd name="connsiteY190" fmla="*/ 6384 h 3532456"/>
              <a:gd name="connsiteX191" fmla="*/ 1541339 w 3142852"/>
              <a:gd name="connsiteY191" fmla="*/ 1541 h 353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3142852" h="3532456">
                <a:moveTo>
                  <a:pt x="1571643" y="0"/>
                </a:moveTo>
                <a:lnTo>
                  <a:pt x="1601512" y="1541"/>
                </a:lnTo>
                <a:lnTo>
                  <a:pt x="1632249" y="6384"/>
                </a:lnTo>
                <a:lnTo>
                  <a:pt x="1663850" y="14088"/>
                </a:lnTo>
                <a:lnTo>
                  <a:pt x="1696534" y="25093"/>
                </a:lnTo>
                <a:lnTo>
                  <a:pt x="1731167" y="39402"/>
                </a:lnTo>
                <a:lnTo>
                  <a:pt x="1767962" y="56570"/>
                </a:lnTo>
                <a:lnTo>
                  <a:pt x="1807356" y="77042"/>
                </a:lnTo>
                <a:lnTo>
                  <a:pt x="1849781" y="100374"/>
                </a:lnTo>
                <a:lnTo>
                  <a:pt x="1895668" y="127229"/>
                </a:lnTo>
                <a:lnTo>
                  <a:pt x="1945668" y="156945"/>
                </a:lnTo>
                <a:lnTo>
                  <a:pt x="1999997" y="190182"/>
                </a:lnTo>
                <a:lnTo>
                  <a:pt x="2059304" y="226062"/>
                </a:lnTo>
                <a:lnTo>
                  <a:pt x="2123806" y="265462"/>
                </a:lnTo>
                <a:lnTo>
                  <a:pt x="2193936" y="307725"/>
                </a:lnTo>
                <a:lnTo>
                  <a:pt x="2270342" y="353510"/>
                </a:lnTo>
                <a:lnTo>
                  <a:pt x="2353459" y="401935"/>
                </a:lnTo>
                <a:lnTo>
                  <a:pt x="2436576" y="450142"/>
                </a:lnTo>
                <a:lnTo>
                  <a:pt x="2514065" y="493945"/>
                </a:lnTo>
                <a:lnTo>
                  <a:pt x="2585493" y="534007"/>
                </a:lnTo>
                <a:lnTo>
                  <a:pt x="2651727" y="570766"/>
                </a:lnTo>
                <a:lnTo>
                  <a:pt x="2712117" y="604225"/>
                </a:lnTo>
                <a:lnTo>
                  <a:pt x="2767744" y="635262"/>
                </a:lnTo>
                <a:lnTo>
                  <a:pt x="2818394" y="663876"/>
                </a:lnTo>
                <a:lnTo>
                  <a:pt x="2864281" y="690511"/>
                </a:lnTo>
                <a:lnTo>
                  <a:pt x="2905840" y="716044"/>
                </a:lnTo>
                <a:lnTo>
                  <a:pt x="2943286" y="740037"/>
                </a:lnTo>
                <a:lnTo>
                  <a:pt x="2976186" y="763370"/>
                </a:lnTo>
                <a:lnTo>
                  <a:pt x="3005840" y="786702"/>
                </a:lnTo>
                <a:lnTo>
                  <a:pt x="3031813" y="809595"/>
                </a:lnTo>
                <a:lnTo>
                  <a:pt x="3054108" y="833147"/>
                </a:lnTo>
                <a:lnTo>
                  <a:pt x="3073588" y="857580"/>
                </a:lnTo>
                <a:lnTo>
                  <a:pt x="3090038" y="883114"/>
                </a:lnTo>
                <a:lnTo>
                  <a:pt x="3103675" y="910189"/>
                </a:lnTo>
                <a:lnTo>
                  <a:pt x="3114930" y="939245"/>
                </a:lnTo>
                <a:lnTo>
                  <a:pt x="3124021" y="970722"/>
                </a:lnTo>
                <a:lnTo>
                  <a:pt x="3130731" y="1004840"/>
                </a:lnTo>
                <a:lnTo>
                  <a:pt x="3136142" y="1042039"/>
                </a:lnTo>
                <a:lnTo>
                  <a:pt x="3139605" y="1082762"/>
                </a:lnTo>
                <a:lnTo>
                  <a:pt x="3141770" y="1127225"/>
                </a:lnTo>
                <a:lnTo>
                  <a:pt x="3142636" y="1176091"/>
                </a:lnTo>
                <a:lnTo>
                  <a:pt x="3142852" y="1229800"/>
                </a:lnTo>
                <a:lnTo>
                  <a:pt x="3142203" y="1288352"/>
                </a:lnTo>
                <a:lnTo>
                  <a:pt x="3140904" y="1351966"/>
                </a:lnTo>
                <a:lnTo>
                  <a:pt x="3139605" y="1421743"/>
                </a:lnTo>
                <a:lnTo>
                  <a:pt x="3138090" y="1497684"/>
                </a:lnTo>
                <a:lnTo>
                  <a:pt x="3136791" y="1580009"/>
                </a:lnTo>
                <a:lnTo>
                  <a:pt x="3135709" y="1669596"/>
                </a:lnTo>
                <a:lnTo>
                  <a:pt x="3135277" y="1766229"/>
                </a:lnTo>
                <a:lnTo>
                  <a:pt x="3135709" y="1862860"/>
                </a:lnTo>
                <a:lnTo>
                  <a:pt x="3136791" y="1952449"/>
                </a:lnTo>
                <a:lnTo>
                  <a:pt x="3138090" y="2034773"/>
                </a:lnTo>
                <a:lnTo>
                  <a:pt x="3139605" y="2110713"/>
                </a:lnTo>
                <a:lnTo>
                  <a:pt x="3140904" y="2180490"/>
                </a:lnTo>
                <a:lnTo>
                  <a:pt x="3142203" y="2244105"/>
                </a:lnTo>
                <a:lnTo>
                  <a:pt x="3142852" y="2302656"/>
                </a:lnTo>
                <a:lnTo>
                  <a:pt x="3142636" y="2356365"/>
                </a:lnTo>
                <a:lnTo>
                  <a:pt x="3141770" y="2405231"/>
                </a:lnTo>
                <a:lnTo>
                  <a:pt x="3139605" y="2449695"/>
                </a:lnTo>
                <a:lnTo>
                  <a:pt x="3136142" y="2490417"/>
                </a:lnTo>
                <a:lnTo>
                  <a:pt x="3130948" y="2527617"/>
                </a:lnTo>
                <a:lnTo>
                  <a:pt x="3124021" y="2561736"/>
                </a:lnTo>
                <a:lnTo>
                  <a:pt x="3114930" y="2593213"/>
                </a:lnTo>
                <a:lnTo>
                  <a:pt x="3103675" y="2622267"/>
                </a:lnTo>
                <a:lnTo>
                  <a:pt x="3090038" y="2649342"/>
                </a:lnTo>
                <a:lnTo>
                  <a:pt x="3073588" y="2674876"/>
                </a:lnTo>
                <a:lnTo>
                  <a:pt x="3054108" y="2699309"/>
                </a:lnTo>
                <a:lnTo>
                  <a:pt x="3031813" y="2722862"/>
                </a:lnTo>
                <a:lnTo>
                  <a:pt x="3005840" y="2745754"/>
                </a:lnTo>
                <a:lnTo>
                  <a:pt x="2976402" y="2769086"/>
                </a:lnTo>
                <a:lnTo>
                  <a:pt x="2943286" y="2792419"/>
                </a:lnTo>
                <a:lnTo>
                  <a:pt x="2905840" y="2816632"/>
                </a:lnTo>
                <a:lnTo>
                  <a:pt x="2864498" y="2841945"/>
                </a:lnTo>
                <a:lnTo>
                  <a:pt x="2818394" y="2868580"/>
                </a:lnTo>
                <a:lnTo>
                  <a:pt x="2767744" y="2897196"/>
                </a:lnTo>
                <a:lnTo>
                  <a:pt x="2712117" y="2928232"/>
                </a:lnTo>
                <a:lnTo>
                  <a:pt x="2651727" y="2961910"/>
                </a:lnTo>
                <a:lnTo>
                  <a:pt x="2585493" y="2998669"/>
                </a:lnTo>
                <a:lnTo>
                  <a:pt x="2514065" y="3038511"/>
                </a:lnTo>
                <a:lnTo>
                  <a:pt x="2436576" y="3082314"/>
                </a:lnTo>
                <a:lnTo>
                  <a:pt x="2353459" y="3130521"/>
                </a:lnTo>
                <a:lnTo>
                  <a:pt x="2270342" y="3178947"/>
                </a:lnTo>
                <a:lnTo>
                  <a:pt x="2193936" y="3224731"/>
                </a:lnTo>
                <a:lnTo>
                  <a:pt x="2123806" y="3266994"/>
                </a:lnTo>
                <a:lnTo>
                  <a:pt x="2059304" y="3306395"/>
                </a:lnTo>
                <a:lnTo>
                  <a:pt x="1999997" y="3342274"/>
                </a:lnTo>
                <a:lnTo>
                  <a:pt x="1945668" y="3375513"/>
                </a:lnTo>
                <a:lnTo>
                  <a:pt x="1895668" y="3405228"/>
                </a:lnTo>
                <a:lnTo>
                  <a:pt x="1849781" y="3432083"/>
                </a:lnTo>
                <a:lnTo>
                  <a:pt x="1807356" y="3455415"/>
                </a:lnTo>
                <a:lnTo>
                  <a:pt x="1767962" y="3475886"/>
                </a:lnTo>
                <a:lnTo>
                  <a:pt x="1731167" y="3493055"/>
                </a:lnTo>
                <a:lnTo>
                  <a:pt x="1696534" y="3507363"/>
                </a:lnTo>
                <a:lnTo>
                  <a:pt x="1663850" y="3518369"/>
                </a:lnTo>
                <a:lnTo>
                  <a:pt x="1632249" y="3526073"/>
                </a:lnTo>
                <a:lnTo>
                  <a:pt x="1601512" y="3530916"/>
                </a:lnTo>
                <a:lnTo>
                  <a:pt x="1571643" y="3532456"/>
                </a:lnTo>
                <a:lnTo>
                  <a:pt x="1541339" y="3530916"/>
                </a:lnTo>
                <a:lnTo>
                  <a:pt x="1510604" y="3526073"/>
                </a:lnTo>
                <a:lnTo>
                  <a:pt x="1479003" y="3518369"/>
                </a:lnTo>
                <a:lnTo>
                  <a:pt x="1446318" y="3507363"/>
                </a:lnTo>
                <a:lnTo>
                  <a:pt x="1411687" y="3493055"/>
                </a:lnTo>
                <a:lnTo>
                  <a:pt x="1374890" y="3475886"/>
                </a:lnTo>
                <a:lnTo>
                  <a:pt x="1335496" y="3455415"/>
                </a:lnTo>
                <a:lnTo>
                  <a:pt x="1293071" y="3432083"/>
                </a:lnTo>
                <a:lnTo>
                  <a:pt x="1247184" y="3405228"/>
                </a:lnTo>
                <a:lnTo>
                  <a:pt x="1197184" y="3375513"/>
                </a:lnTo>
                <a:lnTo>
                  <a:pt x="1142856" y="3342274"/>
                </a:lnTo>
                <a:lnTo>
                  <a:pt x="1083548" y="3306395"/>
                </a:lnTo>
                <a:lnTo>
                  <a:pt x="1019046" y="3266994"/>
                </a:lnTo>
                <a:lnTo>
                  <a:pt x="948917" y="3224731"/>
                </a:lnTo>
                <a:lnTo>
                  <a:pt x="872510" y="3178947"/>
                </a:lnTo>
                <a:lnTo>
                  <a:pt x="789393" y="3130521"/>
                </a:lnTo>
                <a:lnTo>
                  <a:pt x="706276" y="3082314"/>
                </a:lnTo>
                <a:lnTo>
                  <a:pt x="628786" y="3038511"/>
                </a:lnTo>
                <a:lnTo>
                  <a:pt x="557359" y="2998450"/>
                </a:lnTo>
                <a:lnTo>
                  <a:pt x="491125" y="2961690"/>
                </a:lnTo>
                <a:lnTo>
                  <a:pt x="430735" y="2928232"/>
                </a:lnTo>
                <a:lnTo>
                  <a:pt x="375108" y="2897196"/>
                </a:lnTo>
                <a:lnTo>
                  <a:pt x="324458" y="2868580"/>
                </a:lnTo>
                <a:lnTo>
                  <a:pt x="278571" y="2841945"/>
                </a:lnTo>
                <a:lnTo>
                  <a:pt x="237012" y="2816412"/>
                </a:lnTo>
                <a:lnTo>
                  <a:pt x="199567" y="2792419"/>
                </a:lnTo>
                <a:lnTo>
                  <a:pt x="166667" y="2769086"/>
                </a:lnTo>
                <a:lnTo>
                  <a:pt x="137013" y="2745754"/>
                </a:lnTo>
                <a:lnTo>
                  <a:pt x="111039" y="2722862"/>
                </a:lnTo>
                <a:lnTo>
                  <a:pt x="88744" y="2699309"/>
                </a:lnTo>
                <a:lnTo>
                  <a:pt x="69264" y="2674876"/>
                </a:lnTo>
                <a:lnTo>
                  <a:pt x="52814" y="2649342"/>
                </a:lnTo>
                <a:lnTo>
                  <a:pt x="39178" y="2622267"/>
                </a:lnTo>
                <a:lnTo>
                  <a:pt x="27922" y="2593213"/>
                </a:lnTo>
                <a:lnTo>
                  <a:pt x="18831" y="2561736"/>
                </a:lnTo>
                <a:lnTo>
                  <a:pt x="12121" y="2527617"/>
                </a:lnTo>
                <a:lnTo>
                  <a:pt x="6710" y="2490417"/>
                </a:lnTo>
                <a:lnTo>
                  <a:pt x="3246" y="2449695"/>
                </a:lnTo>
                <a:lnTo>
                  <a:pt x="1082" y="2405231"/>
                </a:lnTo>
                <a:lnTo>
                  <a:pt x="216" y="2356365"/>
                </a:lnTo>
                <a:lnTo>
                  <a:pt x="0" y="2302656"/>
                </a:lnTo>
                <a:lnTo>
                  <a:pt x="649" y="2244105"/>
                </a:lnTo>
                <a:lnTo>
                  <a:pt x="1948" y="2180490"/>
                </a:lnTo>
                <a:lnTo>
                  <a:pt x="3246" y="2110713"/>
                </a:lnTo>
                <a:lnTo>
                  <a:pt x="4762" y="2034773"/>
                </a:lnTo>
                <a:lnTo>
                  <a:pt x="6061" y="1952449"/>
                </a:lnTo>
                <a:lnTo>
                  <a:pt x="7143" y="1862860"/>
                </a:lnTo>
                <a:lnTo>
                  <a:pt x="7576" y="1766229"/>
                </a:lnTo>
                <a:lnTo>
                  <a:pt x="7143" y="1669596"/>
                </a:lnTo>
                <a:lnTo>
                  <a:pt x="6061" y="1580009"/>
                </a:lnTo>
                <a:lnTo>
                  <a:pt x="4762" y="1497684"/>
                </a:lnTo>
                <a:lnTo>
                  <a:pt x="3246" y="1421743"/>
                </a:lnTo>
                <a:lnTo>
                  <a:pt x="1948" y="1351966"/>
                </a:lnTo>
                <a:lnTo>
                  <a:pt x="649" y="1288352"/>
                </a:lnTo>
                <a:lnTo>
                  <a:pt x="0" y="1229800"/>
                </a:lnTo>
                <a:lnTo>
                  <a:pt x="216" y="1176091"/>
                </a:lnTo>
                <a:lnTo>
                  <a:pt x="1082" y="1127225"/>
                </a:lnTo>
                <a:lnTo>
                  <a:pt x="3246" y="1082762"/>
                </a:lnTo>
                <a:lnTo>
                  <a:pt x="6710" y="1042039"/>
                </a:lnTo>
                <a:lnTo>
                  <a:pt x="11905" y="1004840"/>
                </a:lnTo>
                <a:lnTo>
                  <a:pt x="18831" y="970722"/>
                </a:lnTo>
                <a:lnTo>
                  <a:pt x="27922" y="939245"/>
                </a:lnTo>
                <a:lnTo>
                  <a:pt x="39178" y="910189"/>
                </a:lnTo>
                <a:lnTo>
                  <a:pt x="52814" y="883114"/>
                </a:lnTo>
                <a:lnTo>
                  <a:pt x="69264" y="857580"/>
                </a:lnTo>
                <a:lnTo>
                  <a:pt x="88744" y="833147"/>
                </a:lnTo>
                <a:lnTo>
                  <a:pt x="111039" y="809595"/>
                </a:lnTo>
                <a:lnTo>
                  <a:pt x="137013" y="786702"/>
                </a:lnTo>
                <a:lnTo>
                  <a:pt x="166450" y="763370"/>
                </a:lnTo>
                <a:lnTo>
                  <a:pt x="199567" y="740037"/>
                </a:lnTo>
                <a:lnTo>
                  <a:pt x="237012" y="715825"/>
                </a:lnTo>
                <a:lnTo>
                  <a:pt x="278354" y="690511"/>
                </a:lnTo>
                <a:lnTo>
                  <a:pt x="324458" y="663876"/>
                </a:lnTo>
                <a:lnTo>
                  <a:pt x="375108" y="635262"/>
                </a:lnTo>
                <a:lnTo>
                  <a:pt x="430735" y="604225"/>
                </a:lnTo>
                <a:lnTo>
                  <a:pt x="491125" y="570547"/>
                </a:lnTo>
                <a:lnTo>
                  <a:pt x="557359" y="533787"/>
                </a:lnTo>
                <a:lnTo>
                  <a:pt x="628786" y="493945"/>
                </a:lnTo>
                <a:lnTo>
                  <a:pt x="706276" y="450142"/>
                </a:lnTo>
                <a:lnTo>
                  <a:pt x="789393" y="401935"/>
                </a:lnTo>
                <a:lnTo>
                  <a:pt x="872510" y="353510"/>
                </a:lnTo>
                <a:lnTo>
                  <a:pt x="948917" y="307725"/>
                </a:lnTo>
                <a:lnTo>
                  <a:pt x="1019046" y="265462"/>
                </a:lnTo>
                <a:lnTo>
                  <a:pt x="1083548" y="226062"/>
                </a:lnTo>
                <a:lnTo>
                  <a:pt x="1142856" y="190182"/>
                </a:lnTo>
                <a:lnTo>
                  <a:pt x="1197184" y="156945"/>
                </a:lnTo>
                <a:lnTo>
                  <a:pt x="1247184" y="127229"/>
                </a:lnTo>
                <a:lnTo>
                  <a:pt x="1293071" y="100374"/>
                </a:lnTo>
                <a:lnTo>
                  <a:pt x="1335496" y="77042"/>
                </a:lnTo>
                <a:lnTo>
                  <a:pt x="1374890" y="56570"/>
                </a:lnTo>
                <a:lnTo>
                  <a:pt x="1411687" y="39402"/>
                </a:lnTo>
                <a:lnTo>
                  <a:pt x="1446318" y="25093"/>
                </a:lnTo>
                <a:lnTo>
                  <a:pt x="1479003" y="14088"/>
                </a:lnTo>
                <a:lnTo>
                  <a:pt x="1510604" y="6384"/>
                </a:lnTo>
                <a:lnTo>
                  <a:pt x="1541339" y="154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 nodePh="1">
                                  <p:stCondLst>
                                    <p:cond delay="25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7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5844755" y="1081156"/>
            <a:ext cx="7238720" cy="4551721"/>
            <a:chOff x="9337148" y="1729850"/>
            <a:chExt cx="11564044" cy="7282753"/>
          </a:xfrm>
        </p:grpSpPr>
        <p:grpSp>
          <p:nvGrpSpPr>
            <p:cNvPr id="14" name="Group 13"/>
            <p:cNvGrpSpPr/>
            <p:nvPr userDrawn="1"/>
          </p:nvGrpSpPr>
          <p:grpSpPr>
            <a:xfrm>
              <a:off x="9337148" y="1729850"/>
              <a:ext cx="11564043" cy="748955"/>
              <a:chOff x="3179886" y="2083564"/>
              <a:chExt cx="5702858" cy="369350"/>
            </a:xfrm>
            <a:effectLst/>
          </p:grpSpPr>
          <p:grpSp>
            <p:nvGrpSpPr>
              <p:cNvPr id="15" name="Group 14"/>
              <p:cNvGrpSpPr/>
              <p:nvPr/>
            </p:nvGrpSpPr>
            <p:grpSpPr>
              <a:xfrm>
                <a:off x="3179886" y="2083564"/>
                <a:ext cx="5702858" cy="369350"/>
                <a:chOff x="3179886" y="2083564"/>
                <a:chExt cx="5702858" cy="369350"/>
              </a:xfrm>
            </p:grpSpPr>
            <p:sp>
              <p:nvSpPr>
                <p:cNvPr id="17" name="Round Same Side Corner Rectangle 1"/>
                <p:cNvSpPr/>
                <p:nvPr/>
              </p:nvSpPr>
              <p:spPr>
                <a:xfrm>
                  <a:off x="3179886" y="2083564"/>
                  <a:ext cx="5702858" cy="369350"/>
                </a:xfrm>
                <a:prstGeom prst="round2SameRect">
                  <a:avLst>
                    <a:gd name="adj1" fmla="val 14928"/>
                    <a:gd name="adj2" fmla="val 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125" dirty="0"/>
                </a:p>
              </p:txBody>
            </p:sp>
            <p:grpSp>
              <p:nvGrpSpPr>
                <p:cNvPr id="18" name="Group 17"/>
                <p:cNvGrpSpPr/>
                <p:nvPr/>
              </p:nvGrpSpPr>
              <p:grpSpPr>
                <a:xfrm>
                  <a:off x="3382010" y="2233949"/>
                  <a:ext cx="341854" cy="82531"/>
                  <a:chOff x="3382010" y="2233949"/>
                  <a:chExt cx="341854" cy="82531"/>
                </a:xfrm>
              </p:grpSpPr>
              <p:sp>
                <p:nvSpPr>
                  <p:cNvPr id="19" name="Oval 18"/>
                  <p:cNvSpPr/>
                  <p:nvPr/>
                </p:nvSpPr>
                <p:spPr>
                  <a:xfrm>
                    <a:off x="3382010" y="2233949"/>
                    <a:ext cx="82531" cy="82531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125" dirty="0"/>
                  </a:p>
                </p:txBody>
              </p:sp>
              <p:sp>
                <p:nvSpPr>
                  <p:cNvPr id="20" name="Oval 19"/>
                  <p:cNvSpPr/>
                  <p:nvPr/>
                </p:nvSpPr>
                <p:spPr>
                  <a:xfrm>
                    <a:off x="3511671" y="2233949"/>
                    <a:ext cx="82531" cy="8253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125" dirty="0"/>
                  </a:p>
                </p:txBody>
              </p:sp>
              <p:sp>
                <p:nvSpPr>
                  <p:cNvPr id="21" name="Oval 20"/>
                  <p:cNvSpPr/>
                  <p:nvPr/>
                </p:nvSpPr>
                <p:spPr>
                  <a:xfrm>
                    <a:off x="3641333" y="2233949"/>
                    <a:ext cx="82531" cy="82531"/>
                  </a:xfrm>
                  <a:prstGeom prst="ellipse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125" dirty="0"/>
                  </a:p>
                </p:txBody>
              </p:sp>
            </p:grpSp>
          </p:grpSp>
          <p:sp>
            <p:nvSpPr>
              <p:cNvPr id="16" name="Rounded Rectangle 23"/>
              <p:cNvSpPr/>
              <p:nvPr/>
            </p:nvSpPr>
            <p:spPr>
              <a:xfrm>
                <a:off x="3965020" y="2182834"/>
                <a:ext cx="2674620" cy="18475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625" dirty="0">
                    <a:solidFill>
                      <a:schemeClr val="bg1">
                        <a:lumMod val="75000"/>
                      </a:schemeClr>
                    </a:solidFill>
                    <a:latin typeface="Montserrat Hairline" panose="00000300000000000000" pitchFamily="50" charset="0"/>
                  </a:rPr>
                  <a:t>http://www.website.com</a:t>
                </a:r>
              </a:p>
            </p:txBody>
          </p:sp>
        </p:grpSp>
        <p:sp>
          <p:nvSpPr>
            <p:cNvPr id="22" name="Freeform: Shape 21"/>
            <p:cNvSpPr/>
            <p:nvPr userDrawn="1"/>
          </p:nvSpPr>
          <p:spPr>
            <a:xfrm>
              <a:off x="9337148" y="2478805"/>
              <a:ext cx="11564044" cy="6533798"/>
            </a:xfrm>
            <a:custGeom>
              <a:avLst/>
              <a:gdLst>
                <a:gd name="connsiteX0" fmla="*/ 0 w 11564044"/>
                <a:gd name="connsiteY0" fmla="*/ 0 h 6533798"/>
                <a:gd name="connsiteX1" fmla="*/ 11564044 w 11564044"/>
                <a:gd name="connsiteY1" fmla="*/ 0 h 6533798"/>
                <a:gd name="connsiteX2" fmla="*/ 11564044 w 11564044"/>
                <a:gd name="connsiteY2" fmla="*/ 6533798 h 6533798"/>
                <a:gd name="connsiteX3" fmla="*/ 0 w 11564044"/>
                <a:gd name="connsiteY3" fmla="*/ 6533798 h 6533798"/>
                <a:gd name="connsiteX4" fmla="*/ 0 w 11564044"/>
                <a:gd name="connsiteY4" fmla="*/ 0 h 653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64044" h="6533798">
                  <a:moveTo>
                    <a:pt x="0" y="0"/>
                  </a:moveTo>
                  <a:lnTo>
                    <a:pt x="11564044" y="0"/>
                  </a:lnTo>
                  <a:lnTo>
                    <a:pt x="11564044" y="6533798"/>
                  </a:lnTo>
                  <a:lnTo>
                    <a:pt x="0" y="6533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270000" sx="90000" sy="90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25"/>
            </a:p>
          </p:txBody>
        </p:sp>
      </p:grpSp>
      <p:sp>
        <p:nvSpPr>
          <p:cNvPr id="28" name="Picture Placeholder 27"/>
          <p:cNvSpPr>
            <a:spLocks noGrp="1"/>
          </p:cNvSpPr>
          <p:nvPr>
            <p:ph type="pic" sz="quarter" idx="10"/>
          </p:nvPr>
        </p:nvSpPr>
        <p:spPr>
          <a:xfrm>
            <a:off x="6087465" y="1745247"/>
            <a:ext cx="2142150" cy="2472380"/>
          </a:xfrm>
          <a:custGeom>
            <a:avLst/>
            <a:gdLst>
              <a:gd name="connsiteX0" fmla="*/ 89249 w 3422140"/>
              <a:gd name="connsiteY0" fmla="*/ 0 h 3955808"/>
              <a:gd name="connsiteX1" fmla="*/ 3332891 w 3422140"/>
              <a:gd name="connsiteY1" fmla="*/ 0 h 3955808"/>
              <a:gd name="connsiteX2" fmla="*/ 3422140 w 3422140"/>
              <a:gd name="connsiteY2" fmla="*/ 89249 h 3955808"/>
              <a:gd name="connsiteX3" fmla="*/ 3422140 w 3422140"/>
              <a:gd name="connsiteY3" fmla="*/ 3866559 h 3955808"/>
              <a:gd name="connsiteX4" fmla="*/ 3332891 w 3422140"/>
              <a:gd name="connsiteY4" fmla="*/ 3955808 h 3955808"/>
              <a:gd name="connsiteX5" fmla="*/ 89249 w 3422140"/>
              <a:gd name="connsiteY5" fmla="*/ 3955808 h 3955808"/>
              <a:gd name="connsiteX6" fmla="*/ 0 w 3422140"/>
              <a:gd name="connsiteY6" fmla="*/ 3866559 h 3955808"/>
              <a:gd name="connsiteX7" fmla="*/ 0 w 3422140"/>
              <a:gd name="connsiteY7" fmla="*/ 89249 h 3955808"/>
              <a:gd name="connsiteX8" fmla="*/ 89249 w 3422140"/>
              <a:gd name="connsiteY8" fmla="*/ 0 h 3955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2140" h="3955808">
                <a:moveTo>
                  <a:pt x="89249" y="0"/>
                </a:moveTo>
                <a:lnTo>
                  <a:pt x="3332891" y="0"/>
                </a:lnTo>
                <a:cubicBezTo>
                  <a:pt x="3382182" y="0"/>
                  <a:pt x="3422140" y="39958"/>
                  <a:pt x="3422140" y="89249"/>
                </a:cubicBezTo>
                <a:lnTo>
                  <a:pt x="3422140" y="3866559"/>
                </a:lnTo>
                <a:cubicBezTo>
                  <a:pt x="3422140" y="3915850"/>
                  <a:pt x="3382182" y="3955808"/>
                  <a:pt x="3332891" y="3955808"/>
                </a:cubicBezTo>
                <a:lnTo>
                  <a:pt x="89249" y="3955808"/>
                </a:lnTo>
                <a:cubicBezTo>
                  <a:pt x="39958" y="3955808"/>
                  <a:pt x="0" y="3915850"/>
                  <a:pt x="0" y="3866559"/>
                </a:cubicBezTo>
                <a:lnTo>
                  <a:pt x="0" y="89249"/>
                </a:lnTo>
                <a:cubicBezTo>
                  <a:pt x="0" y="39958"/>
                  <a:pt x="39958" y="0"/>
                  <a:pt x="89249" y="0"/>
                </a:cubicBezTo>
                <a:close/>
              </a:path>
            </a:pathLst>
          </a:custGeom>
          <a:solidFill>
            <a:srgbClr val="F8F8F8"/>
          </a:solidFill>
          <a:effectLst>
            <a:outerShdw blurRad="635000" dist="762000" dir="5400000" sx="80000" sy="8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1"/>
          </p:nvPr>
        </p:nvSpPr>
        <p:spPr>
          <a:xfrm>
            <a:off x="8399724" y="1745247"/>
            <a:ext cx="2142150" cy="2472380"/>
          </a:xfrm>
          <a:custGeom>
            <a:avLst/>
            <a:gdLst>
              <a:gd name="connsiteX0" fmla="*/ 89249 w 3422140"/>
              <a:gd name="connsiteY0" fmla="*/ 0 h 3955808"/>
              <a:gd name="connsiteX1" fmla="*/ 3332891 w 3422140"/>
              <a:gd name="connsiteY1" fmla="*/ 0 h 3955808"/>
              <a:gd name="connsiteX2" fmla="*/ 3422140 w 3422140"/>
              <a:gd name="connsiteY2" fmla="*/ 89249 h 3955808"/>
              <a:gd name="connsiteX3" fmla="*/ 3422140 w 3422140"/>
              <a:gd name="connsiteY3" fmla="*/ 3866559 h 3955808"/>
              <a:gd name="connsiteX4" fmla="*/ 3332891 w 3422140"/>
              <a:gd name="connsiteY4" fmla="*/ 3955808 h 3955808"/>
              <a:gd name="connsiteX5" fmla="*/ 89249 w 3422140"/>
              <a:gd name="connsiteY5" fmla="*/ 3955808 h 3955808"/>
              <a:gd name="connsiteX6" fmla="*/ 0 w 3422140"/>
              <a:gd name="connsiteY6" fmla="*/ 3866559 h 3955808"/>
              <a:gd name="connsiteX7" fmla="*/ 0 w 3422140"/>
              <a:gd name="connsiteY7" fmla="*/ 89249 h 3955808"/>
              <a:gd name="connsiteX8" fmla="*/ 89249 w 3422140"/>
              <a:gd name="connsiteY8" fmla="*/ 0 h 3955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2140" h="3955808">
                <a:moveTo>
                  <a:pt x="89249" y="0"/>
                </a:moveTo>
                <a:lnTo>
                  <a:pt x="3332891" y="0"/>
                </a:lnTo>
                <a:cubicBezTo>
                  <a:pt x="3382182" y="0"/>
                  <a:pt x="3422140" y="39958"/>
                  <a:pt x="3422140" y="89249"/>
                </a:cubicBezTo>
                <a:lnTo>
                  <a:pt x="3422140" y="3866559"/>
                </a:lnTo>
                <a:cubicBezTo>
                  <a:pt x="3422140" y="3915850"/>
                  <a:pt x="3382182" y="3955808"/>
                  <a:pt x="3332891" y="3955808"/>
                </a:cubicBezTo>
                <a:lnTo>
                  <a:pt x="89249" y="3955808"/>
                </a:lnTo>
                <a:cubicBezTo>
                  <a:pt x="39958" y="3955808"/>
                  <a:pt x="0" y="3915850"/>
                  <a:pt x="0" y="3866559"/>
                </a:cubicBezTo>
                <a:lnTo>
                  <a:pt x="0" y="89249"/>
                </a:lnTo>
                <a:cubicBezTo>
                  <a:pt x="0" y="39958"/>
                  <a:pt x="39958" y="0"/>
                  <a:pt x="89249" y="0"/>
                </a:cubicBezTo>
                <a:close/>
              </a:path>
            </a:pathLst>
          </a:custGeom>
          <a:solidFill>
            <a:srgbClr val="F8F8F8"/>
          </a:solidFill>
          <a:effectLst>
            <a:outerShdw blurRad="635000" dist="762000" dir="5400000" sx="80000" sy="8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2"/>
          </p:nvPr>
        </p:nvSpPr>
        <p:spPr>
          <a:xfrm>
            <a:off x="10711982" y="1745247"/>
            <a:ext cx="2142150" cy="2472380"/>
          </a:xfrm>
          <a:custGeom>
            <a:avLst/>
            <a:gdLst>
              <a:gd name="connsiteX0" fmla="*/ 89249 w 3422140"/>
              <a:gd name="connsiteY0" fmla="*/ 0 h 3955808"/>
              <a:gd name="connsiteX1" fmla="*/ 3332891 w 3422140"/>
              <a:gd name="connsiteY1" fmla="*/ 0 h 3955808"/>
              <a:gd name="connsiteX2" fmla="*/ 3422140 w 3422140"/>
              <a:gd name="connsiteY2" fmla="*/ 89249 h 3955808"/>
              <a:gd name="connsiteX3" fmla="*/ 3422140 w 3422140"/>
              <a:gd name="connsiteY3" fmla="*/ 3866559 h 3955808"/>
              <a:gd name="connsiteX4" fmla="*/ 3332891 w 3422140"/>
              <a:gd name="connsiteY4" fmla="*/ 3955808 h 3955808"/>
              <a:gd name="connsiteX5" fmla="*/ 89249 w 3422140"/>
              <a:gd name="connsiteY5" fmla="*/ 3955808 h 3955808"/>
              <a:gd name="connsiteX6" fmla="*/ 0 w 3422140"/>
              <a:gd name="connsiteY6" fmla="*/ 3866559 h 3955808"/>
              <a:gd name="connsiteX7" fmla="*/ 0 w 3422140"/>
              <a:gd name="connsiteY7" fmla="*/ 89249 h 3955808"/>
              <a:gd name="connsiteX8" fmla="*/ 89249 w 3422140"/>
              <a:gd name="connsiteY8" fmla="*/ 0 h 3955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2140" h="3955808">
                <a:moveTo>
                  <a:pt x="89249" y="0"/>
                </a:moveTo>
                <a:lnTo>
                  <a:pt x="3332891" y="0"/>
                </a:lnTo>
                <a:cubicBezTo>
                  <a:pt x="3382182" y="0"/>
                  <a:pt x="3422140" y="39958"/>
                  <a:pt x="3422140" y="89249"/>
                </a:cubicBezTo>
                <a:lnTo>
                  <a:pt x="3422140" y="3866559"/>
                </a:lnTo>
                <a:cubicBezTo>
                  <a:pt x="3422140" y="3915850"/>
                  <a:pt x="3382182" y="3955808"/>
                  <a:pt x="3332891" y="3955808"/>
                </a:cubicBezTo>
                <a:lnTo>
                  <a:pt x="89249" y="3955808"/>
                </a:lnTo>
                <a:cubicBezTo>
                  <a:pt x="39958" y="3955808"/>
                  <a:pt x="0" y="3915850"/>
                  <a:pt x="0" y="3866559"/>
                </a:cubicBezTo>
                <a:lnTo>
                  <a:pt x="0" y="89249"/>
                </a:lnTo>
                <a:cubicBezTo>
                  <a:pt x="0" y="39958"/>
                  <a:pt x="39958" y="0"/>
                  <a:pt x="89249" y="0"/>
                </a:cubicBezTo>
                <a:close/>
              </a:path>
            </a:pathLst>
          </a:custGeom>
          <a:solidFill>
            <a:srgbClr val="F8F8F8"/>
          </a:solidFill>
          <a:effectLst>
            <a:outerShdw blurRad="635000" dist="762000" dir="5400000" sx="80000" sy="8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533736" y="-368712"/>
            <a:ext cx="3927197" cy="2958703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533736" y="4268010"/>
            <a:ext cx="3927197" cy="2958703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413753" y="1924740"/>
            <a:ext cx="4167162" cy="3139489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4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5370283" y="1879997"/>
            <a:ext cx="1885294" cy="3226324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innerShdw blurRad="127000">
              <a:schemeClr val="tx1">
                <a:lumMod val="75000"/>
                <a:lumOff val="25000"/>
              </a:schemeClr>
            </a:inn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/>
          <p:cNvSpPr/>
          <p:nvPr userDrawn="1"/>
        </p:nvSpPr>
        <p:spPr>
          <a:xfrm>
            <a:off x="-694483" y="4561627"/>
            <a:ext cx="1098361" cy="1096663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15" name="Oval 14"/>
          <p:cNvSpPr/>
          <p:nvPr userDrawn="1"/>
        </p:nvSpPr>
        <p:spPr>
          <a:xfrm>
            <a:off x="3003592" y="4438060"/>
            <a:ext cx="123759" cy="123568"/>
          </a:xfrm>
          <a:prstGeom prst="ellipse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16" name="Diamond 15"/>
          <p:cNvSpPr/>
          <p:nvPr userDrawn="1"/>
        </p:nvSpPr>
        <p:spPr>
          <a:xfrm>
            <a:off x="5775886" y="3064605"/>
            <a:ext cx="204217" cy="203901"/>
          </a:xfrm>
          <a:prstGeom prst="diamond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0" name="Oval 29"/>
          <p:cNvSpPr/>
          <p:nvPr userDrawn="1"/>
        </p:nvSpPr>
        <p:spPr>
          <a:xfrm>
            <a:off x="11753063" y="-438259"/>
            <a:ext cx="877875" cy="876518"/>
          </a:xfrm>
          <a:prstGeom prst="ellipse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1" name="Diamond 30"/>
          <p:cNvSpPr/>
          <p:nvPr userDrawn="1"/>
        </p:nvSpPr>
        <p:spPr>
          <a:xfrm>
            <a:off x="5235363" y="5472825"/>
            <a:ext cx="204217" cy="203901"/>
          </a:xfrm>
          <a:prstGeom prst="diamond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2" name="Oval 31"/>
          <p:cNvSpPr/>
          <p:nvPr userDrawn="1"/>
        </p:nvSpPr>
        <p:spPr>
          <a:xfrm>
            <a:off x="-323405" y="255180"/>
            <a:ext cx="545957" cy="545113"/>
          </a:xfrm>
          <a:prstGeom prst="ellipse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3" name="Freeform: Shape 32"/>
          <p:cNvSpPr/>
          <p:nvPr userDrawn="1"/>
        </p:nvSpPr>
        <p:spPr>
          <a:xfrm flipV="1">
            <a:off x="10725539" y="4946446"/>
            <a:ext cx="327533" cy="327026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4" name="Freeform: Shape 33"/>
          <p:cNvSpPr/>
          <p:nvPr userDrawn="1"/>
        </p:nvSpPr>
        <p:spPr>
          <a:xfrm flipV="1">
            <a:off x="8094996" y="84568"/>
            <a:ext cx="123316" cy="123125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5" name="Freeform: Shape 34"/>
          <p:cNvSpPr/>
          <p:nvPr userDrawn="1"/>
        </p:nvSpPr>
        <p:spPr>
          <a:xfrm>
            <a:off x="11913309" y="1994115"/>
            <a:ext cx="602704" cy="601772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6" name="Isosceles Triangle 35"/>
          <p:cNvSpPr/>
          <p:nvPr userDrawn="1"/>
        </p:nvSpPr>
        <p:spPr>
          <a:xfrm rot="19384964">
            <a:off x="7366650" y="6690088"/>
            <a:ext cx="228544" cy="196716"/>
          </a:xfrm>
          <a:prstGeom prst="triangle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7" name="Isosceles Triangle 36"/>
          <p:cNvSpPr/>
          <p:nvPr userDrawn="1"/>
        </p:nvSpPr>
        <p:spPr>
          <a:xfrm rot="19384964">
            <a:off x="1235559" y="2063103"/>
            <a:ext cx="323011" cy="278027"/>
          </a:xfrm>
          <a:prstGeom prst="triangle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8" name="Freeform: Shape 37"/>
          <p:cNvSpPr/>
          <p:nvPr userDrawn="1"/>
        </p:nvSpPr>
        <p:spPr>
          <a:xfrm>
            <a:off x="3003592" y="935865"/>
            <a:ext cx="257955" cy="257556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5782111" y="3517005"/>
            <a:ext cx="627778" cy="626808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9387275" y="3517005"/>
            <a:ext cx="627778" cy="626808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2176947" y="3517005"/>
            <a:ext cx="627778" cy="626808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7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5163588" y="1818084"/>
            <a:ext cx="1885294" cy="3226324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innerShdw blurRad="127000">
              <a:schemeClr val="tx1">
                <a:lumMod val="75000"/>
                <a:lumOff val="25000"/>
              </a:schemeClr>
            </a:inn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3033799" y="1818084"/>
            <a:ext cx="1885294" cy="3226324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96900" dist="825500" dir="5400000" sx="85000" sy="85000" algn="t" rotWithShape="0">
              <a:schemeClr val="bg1">
                <a:lumMod val="50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1026257" y="1818084"/>
            <a:ext cx="1885294" cy="3226324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96900" dist="825500" dir="5400000" sx="85000" sy="85000" algn="t" rotWithShape="0">
              <a:schemeClr val="bg1">
                <a:lumMod val="50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6095503" y="0"/>
            <a:ext cx="60964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7454117" y="395303"/>
            <a:ext cx="620084" cy="61912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bg1"/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7454117" y="3170148"/>
            <a:ext cx="620084" cy="61912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bg1"/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10213300" y="1780741"/>
            <a:ext cx="620084" cy="61912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bg1"/>
                </a:solidFill>
              </a:defRPr>
            </a:lvl1pPr>
          </a:lstStyle>
          <a:p>
            <a:endParaRPr lang="id-ID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0213300" y="4568059"/>
            <a:ext cx="620084" cy="61912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bg1"/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 nodePh="1">
                                  <p:stCondLst>
                                    <p:cond delay="125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826393" y="-1039388"/>
            <a:ext cx="2287955" cy="1561069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4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952023" y="764409"/>
            <a:ext cx="2287955" cy="1561069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077652" y="2514628"/>
            <a:ext cx="2287955" cy="1561069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2" name="Freeform: Shape 1"/>
          <p:cNvSpPr/>
          <p:nvPr userDrawn="1"/>
        </p:nvSpPr>
        <p:spPr>
          <a:xfrm>
            <a:off x="-694483" y="4561627"/>
            <a:ext cx="1098361" cy="1096663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" name="Oval 2"/>
          <p:cNvSpPr/>
          <p:nvPr userDrawn="1"/>
        </p:nvSpPr>
        <p:spPr>
          <a:xfrm>
            <a:off x="3003592" y="4438060"/>
            <a:ext cx="123759" cy="123568"/>
          </a:xfrm>
          <a:prstGeom prst="ellipse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4" name="Diamond 3"/>
          <p:cNvSpPr/>
          <p:nvPr userDrawn="1"/>
        </p:nvSpPr>
        <p:spPr>
          <a:xfrm>
            <a:off x="5775886" y="3064605"/>
            <a:ext cx="204217" cy="203901"/>
          </a:xfrm>
          <a:prstGeom prst="diamond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5" name="TextBox 4"/>
          <p:cNvSpPr txBox="1"/>
          <p:nvPr userDrawn="1"/>
        </p:nvSpPr>
        <p:spPr>
          <a:xfrm rot="10800000" flipV="1">
            <a:off x="10796985" y="193031"/>
            <a:ext cx="1116324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3750" b="1" i="0" smtClean="0">
                <a:solidFill>
                  <a:schemeClr val="bg1">
                    <a:alpha val="30000"/>
                  </a:schemeClr>
                </a:solidFill>
                <a:latin typeface="Geomanist Regular" panose="02000503000000020004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t>‹#›</a:t>
            </a:fld>
            <a:endParaRPr lang="id-ID" sz="7190" b="1" i="0" dirty="0">
              <a:solidFill>
                <a:schemeClr val="bg1">
                  <a:alpha val="30000"/>
                </a:schemeClr>
              </a:solidFill>
              <a:latin typeface="Geomanist Regular" panose="02000503000000020004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5757641" y="6302824"/>
            <a:ext cx="676718" cy="139440"/>
            <a:chOff x="9091626" y="9849739"/>
            <a:chExt cx="1081074" cy="223104"/>
          </a:xfrm>
          <a:solidFill>
            <a:schemeClr val="bg1">
              <a:alpha val="30000"/>
            </a:schemeClr>
          </a:solidFill>
        </p:grpSpPr>
        <p:sp>
          <p:nvSpPr>
            <p:cNvPr id="7" name="Freeform 75"/>
            <p:cNvSpPr>
              <a:spLocks noChangeArrowheads="1"/>
            </p:cNvSpPr>
            <p:nvPr userDrawn="1"/>
          </p:nvSpPr>
          <p:spPr bwMode="auto">
            <a:xfrm>
              <a:off x="9091626" y="9849739"/>
              <a:ext cx="120133" cy="223104"/>
            </a:xfrm>
            <a:custGeom>
              <a:avLst/>
              <a:gdLst>
                <a:gd name="T0" fmla="*/ 132814 w 249"/>
                <a:gd name="T1" fmla="*/ 43735 h 453"/>
                <a:gd name="T2" fmla="*/ 132814 w 249"/>
                <a:gd name="T3" fmla="*/ 43735 h 453"/>
                <a:gd name="T4" fmla="*/ 94791 w 249"/>
                <a:gd name="T5" fmla="*/ 43735 h 453"/>
                <a:gd name="T6" fmla="*/ 85687 w 249"/>
                <a:gd name="T7" fmla="*/ 58496 h 453"/>
                <a:gd name="T8" fmla="*/ 85687 w 249"/>
                <a:gd name="T9" fmla="*/ 87470 h 453"/>
                <a:gd name="T10" fmla="*/ 132814 w 249"/>
                <a:gd name="T11" fmla="*/ 87470 h 453"/>
                <a:gd name="T12" fmla="*/ 132814 w 249"/>
                <a:gd name="T13" fmla="*/ 126285 h 453"/>
                <a:gd name="T14" fmla="*/ 85687 w 249"/>
                <a:gd name="T15" fmla="*/ 126285 h 453"/>
                <a:gd name="T16" fmla="*/ 85687 w 249"/>
                <a:gd name="T17" fmla="*/ 247103 h 453"/>
                <a:gd name="T18" fmla="*/ 42308 w 249"/>
                <a:gd name="T19" fmla="*/ 247103 h 453"/>
                <a:gd name="T20" fmla="*/ 42308 w 249"/>
                <a:gd name="T21" fmla="*/ 126285 h 453"/>
                <a:gd name="T22" fmla="*/ 0 w 249"/>
                <a:gd name="T23" fmla="*/ 126285 h 453"/>
                <a:gd name="T24" fmla="*/ 0 w 249"/>
                <a:gd name="T25" fmla="*/ 87470 h 453"/>
                <a:gd name="T26" fmla="*/ 42308 w 249"/>
                <a:gd name="T27" fmla="*/ 87470 h 453"/>
                <a:gd name="T28" fmla="*/ 42308 w 249"/>
                <a:gd name="T29" fmla="*/ 63416 h 453"/>
                <a:gd name="T30" fmla="*/ 94791 w 249"/>
                <a:gd name="T31" fmla="*/ 0 h 453"/>
                <a:gd name="T32" fmla="*/ 132814 w 249"/>
                <a:gd name="T33" fmla="*/ 0 h 453"/>
                <a:gd name="T34" fmla="*/ 132814 w 249"/>
                <a:gd name="T35" fmla="*/ 43735 h 45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49" h="453">
                  <a:moveTo>
                    <a:pt x="248" y="80"/>
                  </a:moveTo>
                  <a:lnTo>
                    <a:pt x="248" y="80"/>
                  </a:lnTo>
                  <a:cubicBezTo>
                    <a:pt x="177" y="80"/>
                    <a:pt x="177" y="80"/>
                    <a:pt x="177" y="80"/>
                  </a:cubicBezTo>
                  <a:cubicBezTo>
                    <a:pt x="169" y="80"/>
                    <a:pt x="160" y="89"/>
                    <a:pt x="160" y="107"/>
                  </a:cubicBezTo>
                  <a:cubicBezTo>
                    <a:pt x="160" y="160"/>
                    <a:pt x="160" y="160"/>
                    <a:pt x="160" y="160"/>
                  </a:cubicBezTo>
                  <a:cubicBezTo>
                    <a:pt x="248" y="160"/>
                    <a:pt x="248" y="160"/>
                    <a:pt x="248" y="160"/>
                  </a:cubicBezTo>
                  <a:cubicBezTo>
                    <a:pt x="248" y="231"/>
                    <a:pt x="248" y="231"/>
                    <a:pt x="248" y="231"/>
                  </a:cubicBezTo>
                  <a:cubicBezTo>
                    <a:pt x="160" y="231"/>
                    <a:pt x="160" y="231"/>
                    <a:pt x="160" y="231"/>
                  </a:cubicBezTo>
                  <a:cubicBezTo>
                    <a:pt x="160" y="452"/>
                    <a:pt x="160" y="452"/>
                    <a:pt x="160" y="452"/>
                  </a:cubicBezTo>
                  <a:cubicBezTo>
                    <a:pt x="79" y="452"/>
                    <a:pt x="79" y="452"/>
                    <a:pt x="79" y="452"/>
                  </a:cubicBezTo>
                  <a:cubicBezTo>
                    <a:pt x="79" y="231"/>
                    <a:pt x="79" y="231"/>
                    <a:pt x="79" y="231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79" y="116"/>
                    <a:pt x="79" y="116"/>
                    <a:pt x="79" y="116"/>
                  </a:cubicBezTo>
                  <a:cubicBezTo>
                    <a:pt x="79" y="54"/>
                    <a:pt x="115" y="0"/>
                    <a:pt x="177" y="0"/>
                  </a:cubicBezTo>
                  <a:cubicBezTo>
                    <a:pt x="248" y="0"/>
                    <a:pt x="248" y="0"/>
                    <a:pt x="248" y="0"/>
                  </a:cubicBezTo>
                  <a:lnTo>
                    <a:pt x="248" y="8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 sz="1125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8" name="Freeform 85"/>
            <p:cNvSpPr>
              <a:spLocks noChangeArrowheads="1"/>
            </p:cNvSpPr>
            <p:nvPr userDrawn="1"/>
          </p:nvSpPr>
          <p:spPr bwMode="auto">
            <a:xfrm>
              <a:off x="9475340" y="9870477"/>
              <a:ext cx="225966" cy="181629"/>
            </a:xfrm>
            <a:custGeom>
              <a:avLst/>
              <a:gdLst>
                <a:gd name="T0" fmla="*/ 250282 w 462"/>
                <a:gd name="T1" fmla="*/ 24258 h 374"/>
                <a:gd name="T2" fmla="*/ 250282 w 462"/>
                <a:gd name="T3" fmla="*/ 24258 h 374"/>
                <a:gd name="T4" fmla="*/ 221508 w 462"/>
                <a:gd name="T5" fmla="*/ 33962 h 374"/>
                <a:gd name="T6" fmla="*/ 240510 w 462"/>
                <a:gd name="T7" fmla="*/ 5391 h 374"/>
                <a:gd name="T8" fmla="*/ 211192 w 462"/>
                <a:gd name="T9" fmla="*/ 19407 h 374"/>
                <a:gd name="T10" fmla="*/ 173189 w 462"/>
                <a:gd name="T11" fmla="*/ 0 h 374"/>
                <a:gd name="T12" fmla="*/ 119983 w 462"/>
                <a:gd name="T13" fmla="*/ 52829 h 374"/>
                <a:gd name="T14" fmla="*/ 124870 w 462"/>
                <a:gd name="T15" fmla="*/ 62532 h 374"/>
                <a:gd name="T16" fmla="*/ 19002 w 462"/>
                <a:gd name="T17" fmla="*/ 10242 h 374"/>
                <a:gd name="T18" fmla="*/ 9229 w 462"/>
                <a:gd name="T19" fmla="*/ 38813 h 374"/>
                <a:gd name="T20" fmla="*/ 33118 w 462"/>
                <a:gd name="T21" fmla="*/ 81400 h 374"/>
                <a:gd name="T22" fmla="*/ 9229 w 462"/>
                <a:gd name="T23" fmla="*/ 72236 h 374"/>
                <a:gd name="T24" fmla="*/ 9229 w 462"/>
                <a:gd name="T25" fmla="*/ 72236 h 374"/>
                <a:gd name="T26" fmla="*/ 53205 w 462"/>
                <a:gd name="T27" fmla="*/ 124526 h 374"/>
                <a:gd name="T28" fmla="*/ 38004 w 462"/>
                <a:gd name="T29" fmla="*/ 124526 h 374"/>
                <a:gd name="T30" fmla="*/ 28774 w 462"/>
                <a:gd name="T31" fmla="*/ 124526 h 374"/>
                <a:gd name="T32" fmla="*/ 77093 w 462"/>
                <a:gd name="T33" fmla="*/ 158487 h 374"/>
                <a:gd name="T34" fmla="*/ 14116 w 462"/>
                <a:gd name="T35" fmla="*/ 182206 h 374"/>
                <a:gd name="T36" fmla="*/ 0 w 462"/>
                <a:gd name="T37" fmla="*/ 182206 h 374"/>
                <a:gd name="T38" fmla="*/ 77093 w 462"/>
                <a:gd name="T39" fmla="*/ 201074 h 374"/>
                <a:gd name="T40" fmla="*/ 221508 w 462"/>
                <a:gd name="T41" fmla="*/ 57681 h 374"/>
                <a:gd name="T42" fmla="*/ 221508 w 462"/>
                <a:gd name="T43" fmla="*/ 52829 h 374"/>
                <a:gd name="T44" fmla="*/ 250282 w 462"/>
                <a:gd name="T45" fmla="*/ 24258 h 3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62" h="374">
                  <a:moveTo>
                    <a:pt x="461" y="45"/>
                  </a:moveTo>
                  <a:lnTo>
                    <a:pt x="461" y="45"/>
                  </a:lnTo>
                  <a:cubicBezTo>
                    <a:pt x="443" y="54"/>
                    <a:pt x="425" y="63"/>
                    <a:pt x="408" y="63"/>
                  </a:cubicBezTo>
                  <a:cubicBezTo>
                    <a:pt x="425" y="54"/>
                    <a:pt x="443" y="36"/>
                    <a:pt x="443" y="10"/>
                  </a:cubicBezTo>
                  <a:cubicBezTo>
                    <a:pt x="425" y="19"/>
                    <a:pt x="408" y="27"/>
                    <a:pt x="389" y="36"/>
                  </a:cubicBezTo>
                  <a:cubicBezTo>
                    <a:pt x="372" y="19"/>
                    <a:pt x="345" y="0"/>
                    <a:pt x="319" y="0"/>
                  </a:cubicBezTo>
                  <a:cubicBezTo>
                    <a:pt x="265" y="0"/>
                    <a:pt x="221" y="45"/>
                    <a:pt x="221" y="98"/>
                  </a:cubicBezTo>
                  <a:cubicBezTo>
                    <a:pt x="221" y="107"/>
                    <a:pt x="221" y="116"/>
                    <a:pt x="230" y="116"/>
                  </a:cubicBezTo>
                  <a:cubicBezTo>
                    <a:pt x="151" y="116"/>
                    <a:pt x="79" y="81"/>
                    <a:pt x="35" y="19"/>
                  </a:cubicBezTo>
                  <a:cubicBezTo>
                    <a:pt x="26" y="36"/>
                    <a:pt x="17" y="54"/>
                    <a:pt x="17" y="72"/>
                  </a:cubicBezTo>
                  <a:cubicBezTo>
                    <a:pt x="17" y="98"/>
                    <a:pt x="35" y="134"/>
                    <a:pt x="61" y="151"/>
                  </a:cubicBezTo>
                  <a:cubicBezTo>
                    <a:pt x="44" y="143"/>
                    <a:pt x="35" y="143"/>
                    <a:pt x="17" y="134"/>
                  </a:cubicBezTo>
                  <a:cubicBezTo>
                    <a:pt x="17" y="178"/>
                    <a:pt x="53" y="222"/>
                    <a:pt x="98" y="231"/>
                  </a:cubicBezTo>
                  <a:cubicBezTo>
                    <a:pt x="89" y="231"/>
                    <a:pt x="79" y="231"/>
                    <a:pt x="70" y="231"/>
                  </a:cubicBezTo>
                  <a:cubicBezTo>
                    <a:pt x="61" y="231"/>
                    <a:pt x="61" y="231"/>
                    <a:pt x="53" y="231"/>
                  </a:cubicBezTo>
                  <a:cubicBezTo>
                    <a:pt x="61" y="266"/>
                    <a:pt x="98" y="294"/>
                    <a:pt x="142" y="294"/>
                  </a:cubicBezTo>
                  <a:cubicBezTo>
                    <a:pt x="106" y="319"/>
                    <a:pt x="70" y="338"/>
                    <a:pt x="26" y="338"/>
                  </a:cubicBezTo>
                  <a:cubicBezTo>
                    <a:pt x="17" y="338"/>
                    <a:pt x="8" y="338"/>
                    <a:pt x="0" y="338"/>
                  </a:cubicBezTo>
                  <a:cubicBezTo>
                    <a:pt x="44" y="364"/>
                    <a:pt x="89" y="373"/>
                    <a:pt x="142" y="373"/>
                  </a:cubicBezTo>
                  <a:cubicBezTo>
                    <a:pt x="319" y="373"/>
                    <a:pt x="408" y="231"/>
                    <a:pt x="408" y="107"/>
                  </a:cubicBezTo>
                  <a:lnTo>
                    <a:pt x="408" y="98"/>
                  </a:lnTo>
                  <a:cubicBezTo>
                    <a:pt x="434" y="81"/>
                    <a:pt x="443" y="72"/>
                    <a:pt x="461" y="45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 sz="1125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9964887" y="9857554"/>
              <a:ext cx="207813" cy="207474"/>
              <a:chOff x="2110189" y="863994"/>
              <a:chExt cx="724256" cy="723073"/>
            </a:xfrm>
            <a:grpFill/>
          </p:grpSpPr>
          <p:grpSp>
            <p:nvGrpSpPr>
              <p:cNvPr id="10" name="Group 9"/>
              <p:cNvGrpSpPr/>
              <p:nvPr/>
            </p:nvGrpSpPr>
            <p:grpSpPr>
              <a:xfrm>
                <a:off x="2110189" y="863994"/>
                <a:ext cx="724256" cy="723073"/>
                <a:chOff x="2110189" y="863994"/>
                <a:chExt cx="724256" cy="723073"/>
              </a:xfrm>
              <a:grpFill/>
            </p:grpSpPr>
            <p:sp>
              <p:nvSpPr>
                <p:cNvPr id="12" name="Freeform 5"/>
                <p:cNvSpPr>
                  <a:spLocks noEditPoints="1"/>
                </p:cNvSpPr>
                <p:nvPr/>
              </p:nvSpPr>
              <p:spPr bwMode="auto">
                <a:xfrm>
                  <a:off x="2110189" y="863994"/>
                  <a:ext cx="724256" cy="723073"/>
                </a:xfrm>
                <a:custGeom>
                  <a:avLst/>
                  <a:gdLst>
                    <a:gd name="T0" fmla="*/ 1263 w 4293"/>
                    <a:gd name="T1" fmla="*/ 4274 h 4286"/>
                    <a:gd name="T2" fmla="*/ 919 w 4293"/>
                    <a:gd name="T3" fmla="*/ 4230 h 4286"/>
                    <a:gd name="T4" fmla="*/ 634 w 4293"/>
                    <a:gd name="T5" fmla="*/ 4126 h 4286"/>
                    <a:gd name="T6" fmla="*/ 360 w 4293"/>
                    <a:gd name="T7" fmla="*/ 3926 h 4286"/>
                    <a:gd name="T8" fmla="*/ 188 w 4293"/>
                    <a:gd name="T9" fmla="*/ 3702 h 4286"/>
                    <a:gd name="T10" fmla="*/ 74 w 4293"/>
                    <a:gd name="T11" fmla="*/ 3430 h 4286"/>
                    <a:gd name="T12" fmla="*/ 14 w 4293"/>
                    <a:gd name="T13" fmla="*/ 3027 h 4286"/>
                    <a:gd name="T14" fmla="*/ 0 w 4293"/>
                    <a:gd name="T15" fmla="*/ 2143 h 4286"/>
                    <a:gd name="T16" fmla="*/ 18 w 4293"/>
                    <a:gd name="T17" fmla="*/ 1183 h 4286"/>
                    <a:gd name="T18" fmla="*/ 92 w 4293"/>
                    <a:gd name="T19" fmla="*/ 796 h 4286"/>
                    <a:gd name="T20" fmla="*/ 216 w 4293"/>
                    <a:gd name="T21" fmla="*/ 536 h 4286"/>
                    <a:gd name="T22" fmla="*/ 404 w 4293"/>
                    <a:gd name="T23" fmla="*/ 318 h 4286"/>
                    <a:gd name="T24" fmla="*/ 686 w 4293"/>
                    <a:gd name="T25" fmla="*/ 134 h 4286"/>
                    <a:gd name="T26" fmla="*/ 981 w 4293"/>
                    <a:gd name="T27" fmla="*/ 44 h 4286"/>
                    <a:gd name="T28" fmla="*/ 1415 w 4293"/>
                    <a:gd name="T29" fmla="*/ 6 h 4286"/>
                    <a:gd name="T30" fmla="*/ 2722 w 4293"/>
                    <a:gd name="T31" fmla="*/ 2 h 4286"/>
                    <a:gd name="T32" fmla="*/ 3248 w 4293"/>
                    <a:gd name="T33" fmla="*/ 32 h 4286"/>
                    <a:gd name="T34" fmla="*/ 3552 w 4293"/>
                    <a:gd name="T35" fmla="*/ 112 h 4286"/>
                    <a:gd name="T36" fmla="*/ 3847 w 4293"/>
                    <a:gd name="T37" fmla="*/ 280 h 4286"/>
                    <a:gd name="T38" fmla="*/ 4045 w 4293"/>
                    <a:gd name="T39" fmla="*/ 490 h 4286"/>
                    <a:gd name="T40" fmla="*/ 4181 w 4293"/>
                    <a:gd name="T41" fmla="*/ 740 h 4286"/>
                    <a:gd name="T42" fmla="*/ 4269 w 4293"/>
                    <a:gd name="T43" fmla="*/ 1111 h 4286"/>
                    <a:gd name="T44" fmla="*/ 4293 w 4293"/>
                    <a:gd name="T45" fmla="*/ 1793 h 4286"/>
                    <a:gd name="T46" fmla="*/ 4281 w 4293"/>
                    <a:gd name="T47" fmla="*/ 3027 h 4286"/>
                    <a:gd name="T48" fmla="*/ 4237 w 4293"/>
                    <a:gd name="T49" fmla="*/ 3370 h 4286"/>
                    <a:gd name="T50" fmla="*/ 4133 w 4293"/>
                    <a:gd name="T51" fmla="*/ 3654 h 4286"/>
                    <a:gd name="T52" fmla="*/ 3933 w 4293"/>
                    <a:gd name="T53" fmla="*/ 3926 h 4286"/>
                    <a:gd name="T54" fmla="*/ 3709 w 4293"/>
                    <a:gd name="T55" fmla="*/ 4100 h 4286"/>
                    <a:gd name="T56" fmla="*/ 3436 w 4293"/>
                    <a:gd name="T57" fmla="*/ 4214 h 4286"/>
                    <a:gd name="T58" fmla="*/ 3032 w 4293"/>
                    <a:gd name="T59" fmla="*/ 4274 h 4286"/>
                    <a:gd name="T60" fmla="*/ 2148 w 4293"/>
                    <a:gd name="T61" fmla="*/ 4286 h 4286"/>
                    <a:gd name="T62" fmla="*/ 1281 w 4293"/>
                    <a:gd name="T63" fmla="*/ 400 h 4286"/>
                    <a:gd name="T64" fmla="*/ 987 w 4293"/>
                    <a:gd name="T65" fmla="*/ 440 h 4286"/>
                    <a:gd name="T66" fmla="*/ 813 w 4293"/>
                    <a:gd name="T67" fmla="*/ 504 h 4286"/>
                    <a:gd name="T68" fmla="*/ 634 w 4293"/>
                    <a:gd name="T69" fmla="*/ 634 h 4286"/>
                    <a:gd name="T70" fmla="*/ 522 w 4293"/>
                    <a:gd name="T71" fmla="*/ 778 h 4286"/>
                    <a:gd name="T72" fmla="*/ 452 w 4293"/>
                    <a:gd name="T73" fmla="*/ 944 h 4286"/>
                    <a:gd name="T74" fmla="*/ 400 w 4293"/>
                    <a:gd name="T75" fmla="*/ 1277 h 4286"/>
                    <a:gd name="T76" fmla="*/ 388 w 4293"/>
                    <a:gd name="T77" fmla="*/ 2143 h 4286"/>
                    <a:gd name="T78" fmla="*/ 406 w 4293"/>
                    <a:gd name="T79" fmla="*/ 3083 h 4286"/>
                    <a:gd name="T80" fmla="*/ 464 w 4293"/>
                    <a:gd name="T81" fmla="*/ 3376 h 4286"/>
                    <a:gd name="T82" fmla="*/ 542 w 4293"/>
                    <a:gd name="T83" fmla="*/ 3538 h 4286"/>
                    <a:gd name="T84" fmla="*/ 662 w 4293"/>
                    <a:gd name="T85" fmla="*/ 3680 h 4286"/>
                    <a:gd name="T86" fmla="*/ 847 w 4293"/>
                    <a:gd name="T87" fmla="*/ 3798 h 4286"/>
                    <a:gd name="T88" fmla="*/ 1031 w 4293"/>
                    <a:gd name="T89" fmla="*/ 3858 h 4286"/>
                    <a:gd name="T90" fmla="*/ 1431 w 4293"/>
                    <a:gd name="T91" fmla="*/ 3892 h 4286"/>
                    <a:gd name="T92" fmla="*/ 2712 w 4293"/>
                    <a:gd name="T93" fmla="*/ 3896 h 4286"/>
                    <a:gd name="T94" fmla="*/ 3212 w 4293"/>
                    <a:gd name="T95" fmla="*/ 3866 h 4286"/>
                    <a:gd name="T96" fmla="*/ 3412 w 4293"/>
                    <a:gd name="T97" fmla="*/ 3812 h 4286"/>
                    <a:gd name="T98" fmla="*/ 3603 w 4293"/>
                    <a:gd name="T99" fmla="*/ 3704 h 4286"/>
                    <a:gd name="T100" fmla="*/ 3733 w 4293"/>
                    <a:gd name="T101" fmla="*/ 3568 h 4286"/>
                    <a:gd name="T102" fmla="*/ 3819 w 4293"/>
                    <a:gd name="T103" fmla="*/ 3406 h 4286"/>
                    <a:gd name="T104" fmla="*/ 3881 w 4293"/>
                    <a:gd name="T105" fmla="*/ 3149 h 4286"/>
                    <a:gd name="T106" fmla="*/ 3905 w 4293"/>
                    <a:gd name="T107" fmla="*/ 2487 h 4286"/>
                    <a:gd name="T108" fmla="*/ 3893 w 4293"/>
                    <a:gd name="T109" fmla="*/ 1277 h 4286"/>
                    <a:gd name="T110" fmla="*/ 3853 w 4293"/>
                    <a:gd name="T111" fmla="*/ 984 h 4286"/>
                    <a:gd name="T112" fmla="*/ 3789 w 4293"/>
                    <a:gd name="T113" fmla="*/ 810 h 4286"/>
                    <a:gd name="T114" fmla="*/ 3659 w 4293"/>
                    <a:gd name="T115" fmla="*/ 634 h 4286"/>
                    <a:gd name="T116" fmla="*/ 3514 w 4293"/>
                    <a:gd name="T117" fmla="*/ 520 h 4286"/>
                    <a:gd name="T118" fmla="*/ 3348 w 4293"/>
                    <a:gd name="T119" fmla="*/ 450 h 4286"/>
                    <a:gd name="T120" fmla="*/ 3014 w 4293"/>
                    <a:gd name="T121" fmla="*/ 400 h 4286"/>
                    <a:gd name="T122" fmla="*/ 2148 w 4293"/>
                    <a:gd name="T123" fmla="*/ 386 h 4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4293" h="4286">
                      <a:moveTo>
                        <a:pt x="2148" y="4286"/>
                      </a:moveTo>
                      <a:lnTo>
                        <a:pt x="2148" y="4286"/>
                      </a:lnTo>
                      <a:lnTo>
                        <a:pt x="1797" y="4286"/>
                      </a:lnTo>
                      <a:lnTo>
                        <a:pt x="1573" y="4284"/>
                      </a:lnTo>
                      <a:lnTo>
                        <a:pt x="1415" y="4280"/>
                      </a:lnTo>
                      <a:lnTo>
                        <a:pt x="1263" y="4274"/>
                      </a:lnTo>
                      <a:lnTo>
                        <a:pt x="1263" y="4274"/>
                      </a:lnTo>
                      <a:lnTo>
                        <a:pt x="1187" y="4270"/>
                      </a:lnTo>
                      <a:lnTo>
                        <a:pt x="1115" y="4262"/>
                      </a:lnTo>
                      <a:lnTo>
                        <a:pt x="1047" y="4254"/>
                      </a:lnTo>
                      <a:lnTo>
                        <a:pt x="981" y="4242"/>
                      </a:lnTo>
                      <a:lnTo>
                        <a:pt x="919" y="4230"/>
                      </a:lnTo>
                      <a:lnTo>
                        <a:pt x="859" y="4214"/>
                      </a:lnTo>
                      <a:lnTo>
                        <a:pt x="799" y="4196"/>
                      </a:lnTo>
                      <a:lnTo>
                        <a:pt x="741" y="4174"/>
                      </a:lnTo>
                      <a:lnTo>
                        <a:pt x="741" y="4174"/>
                      </a:lnTo>
                      <a:lnTo>
                        <a:pt x="686" y="4152"/>
                      </a:lnTo>
                      <a:lnTo>
                        <a:pt x="634" y="4126"/>
                      </a:lnTo>
                      <a:lnTo>
                        <a:pt x="584" y="4100"/>
                      </a:lnTo>
                      <a:lnTo>
                        <a:pt x="536" y="4070"/>
                      </a:lnTo>
                      <a:lnTo>
                        <a:pt x="492" y="4040"/>
                      </a:lnTo>
                      <a:lnTo>
                        <a:pt x="446" y="4004"/>
                      </a:lnTo>
                      <a:lnTo>
                        <a:pt x="404" y="3968"/>
                      </a:lnTo>
                      <a:lnTo>
                        <a:pt x="360" y="3926"/>
                      </a:lnTo>
                      <a:lnTo>
                        <a:pt x="360" y="3926"/>
                      </a:lnTo>
                      <a:lnTo>
                        <a:pt x="320" y="3884"/>
                      </a:lnTo>
                      <a:lnTo>
                        <a:pt x="282" y="3840"/>
                      </a:lnTo>
                      <a:lnTo>
                        <a:pt x="248" y="3796"/>
                      </a:lnTo>
                      <a:lnTo>
                        <a:pt x="216" y="3750"/>
                      </a:lnTo>
                      <a:lnTo>
                        <a:pt x="188" y="3702"/>
                      </a:lnTo>
                      <a:lnTo>
                        <a:pt x="160" y="3654"/>
                      </a:lnTo>
                      <a:lnTo>
                        <a:pt x="136" y="3602"/>
                      </a:lnTo>
                      <a:lnTo>
                        <a:pt x="114" y="3546"/>
                      </a:lnTo>
                      <a:lnTo>
                        <a:pt x="114" y="3546"/>
                      </a:lnTo>
                      <a:lnTo>
                        <a:pt x="92" y="3488"/>
                      </a:lnTo>
                      <a:lnTo>
                        <a:pt x="74" y="3430"/>
                      </a:lnTo>
                      <a:lnTo>
                        <a:pt x="58" y="3370"/>
                      </a:lnTo>
                      <a:lnTo>
                        <a:pt x="44" y="3306"/>
                      </a:lnTo>
                      <a:lnTo>
                        <a:pt x="34" y="3242"/>
                      </a:lnTo>
                      <a:lnTo>
                        <a:pt x="24" y="3175"/>
                      </a:lnTo>
                      <a:lnTo>
                        <a:pt x="18" y="3103"/>
                      </a:lnTo>
                      <a:lnTo>
                        <a:pt x="14" y="3027"/>
                      </a:lnTo>
                      <a:lnTo>
                        <a:pt x="14" y="3027"/>
                      </a:lnTo>
                      <a:lnTo>
                        <a:pt x="8" y="2873"/>
                      </a:lnTo>
                      <a:lnTo>
                        <a:pt x="4" y="2717"/>
                      </a:lnTo>
                      <a:lnTo>
                        <a:pt x="2" y="2493"/>
                      </a:lnTo>
                      <a:lnTo>
                        <a:pt x="0" y="2143"/>
                      </a:lnTo>
                      <a:lnTo>
                        <a:pt x="0" y="2143"/>
                      </a:lnTo>
                      <a:lnTo>
                        <a:pt x="2" y="1793"/>
                      </a:lnTo>
                      <a:lnTo>
                        <a:pt x="4" y="1569"/>
                      </a:lnTo>
                      <a:lnTo>
                        <a:pt x="8" y="1411"/>
                      </a:lnTo>
                      <a:lnTo>
                        <a:pt x="14" y="1259"/>
                      </a:lnTo>
                      <a:lnTo>
                        <a:pt x="14" y="1259"/>
                      </a:lnTo>
                      <a:lnTo>
                        <a:pt x="18" y="1183"/>
                      </a:lnTo>
                      <a:lnTo>
                        <a:pt x="24" y="1111"/>
                      </a:lnTo>
                      <a:lnTo>
                        <a:pt x="34" y="1044"/>
                      </a:lnTo>
                      <a:lnTo>
                        <a:pt x="44" y="980"/>
                      </a:lnTo>
                      <a:lnTo>
                        <a:pt x="58" y="916"/>
                      </a:lnTo>
                      <a:lnTo>
                        <a:pt x="74" y="856"/>
                      </a:lnTo>
                      <a:lnTo>
                        <a:pt x="92" y="796"/>
                      </a:lnTo>
                      <a:lnTo>
                        <a:pt x="114" y="740"/>
                      </a:lnTo>
                      <a:lnTo>
                        <a:pt x="114" y="740"/>
                      </a:lnTo>
                      <a:lnTo>
                        <a:pt x="136" y="684"/>
                      </a:lnTo>
                      <a:lnTo>
                        <a:pt x="160" y="632"/>
                      </a:lnTo>
                      <a:lnTo>
                        <a:pt x="188" y="582"/>
                      </a:lnTo>
                      <a:lnTo>
                        <a:pt x="216" y="536"/>
                      </a:lnTo>
                      <a:lnTo>
                        <a:pt x="248" y="490"/>
                      </a:lnTo>
                      <a:lnTo>
                        <a:pt x="282" y="444"/>
                      </a:lnTo>
                      <a:lnTo>
                        <a:pt x="320" y="402"/>
                      </a:lnTo>
                      <a:lnTo>
                        <a:pt x="360" y="360"/>
                      </a:lnTo>
                      <a:lnTo>
                        <a:pt x="360" y="360"/>
                      </a:lnTo>
                      <a:lnTo>
                        <a:pt x="404" y="318"/>
                      </a:lnTo>
                      <a:lnTo>
                        <a:pt x="446" y="280"/>
                      </a:lnTo>
                      <a:lnTo>
                        <a:pt x="492" y="246"/>
                      </a:lnTo>
                      <a:lnTo>
                        <a:pt x="536" y="214"/>
                      </a:lnTo>
                      <a:lnTo>
                        <a:pt x="584" y="186"/>
                      </a:lnTo>
                      <a:lnTo>
                        <a:pt x="634" y="158"/>
                      </a:lnTo>
                      <a:lnTo>
                        <a:pt x="686" y="134"/>
                      </a:lnTo>
                      <a:lnTo>
                        <a:pt x="741" y="112"/>
                      </a:lnTo>
                      <a:lnTo>
                        <a:pt x="741" y="112"/>
                      </a:lnTo>
                      <a:lnTo>
                        <a:pt x="799" y="90"/>
                      </a:lnTo>
                      <a:lnTo>
                        <a:pt x="859" y="72"/>
                      </a:lnTo>
                      <a:lnTo>
                        <a:pt x="919" y="56"/>
                      </a:lnTo>
                      <a:lnTo>
                        <a:pt x="981" y="44"/>
                      </a:lnTo>
                      <a:lnTo>
                        <a:pt x="1047" y="32"/>
                      </a:lnTo>
                      <a:lnTo>
                        <a:pt x="1115" y="24"/>
                      </a:lnTo>
                      <a:lnTo>
                        <a:pt x="1187" y="16"/>
                      </a:lnTo>
                      <a:lnTo>
                        <a:pt x="1263" y="12"/>
                      </a:lnTo>
                      <a:lnTo>
                        <a:pt x="1263" y="12"/>
                      </a:lnTo>
                      <a:lnTo>
                        <a:pt x="1415" y="6"/>
                      </a:lnTo>
                      <a:lnTo>
                        <a:pt x="1573" y="2"/>
                      </a:lnTo>
                      <a:lnTo>
                        <a:pt x="1795" y="0"/>
                      </a:lnTo>
                      <a:lnTo>
                        <a:pt x="2148" y="0"/>
                      </a:lnTo>
                      <a:lnTo>
                        <a:pt x="2148" y="0"/>
                      </a:lnTo>
                      <a:lnTo>
                        <a:pt x="2498" y="0"/>
                      </a:lnTo>
                      <a:lnTo>
                        <a:pt x="2722" y="2"/>
                      </a:lnTo>
                      <a:lnTo>
                        <a:pt x="2878" y="6"/>
                      </a:lnTo>
                      <a:lnTo>
                        <a:pt x="3032" y="12"/>
                      </a:lnTo>
                      <a:lnTo>
                        <a:pt x="3032" y="12"/>
                      </a:lnTo>
                      <a:lnTo>
                        <a:pt x="3108" y="16"/>
                      </a:lnTo>
                      <a:lnTo>
                        <a:pt x="3178" y="24"/>
                      </a:lnTo>
                      <a:lnTo>
                        <a:pt x="3248" y="32"/>
                      </a:lnTo>
                      <a:lnTo>
                        <a:pt x="3312" y="44"/>
                      </a:lnTo>
                      <a:lnTo>
                        <a:pt x="3374" y="56"/>
                      </a:lnTo>
                      <a:lnTo>
                        <a:pt x="3436" y="72"/>
                      </a:lnTo>
                      <a:lnTo>
                        <a:pt x="3494" y="90"/>
                      </a:lnTo>
                      <a:lnTo>
                        <a:pt x="3552" y="112"/>
                      </a:lnTo>
                      <a:lnTo>
                        <a:pt x="3552" y="112"/>
                      </a:lnTo>
                      <a:lnTo>
                        <a:pt x="3609" y="134"/>
                      </a:lnTo>
                      <a:lnTo>
                        <a:pt x="3661" y="158"/>
                      </a:lnTo>
                      <a:lnTo>
                        <a:pt x="3709" y="186"/>
                      </a:lnTo>
                      <a:lnTo>
                        <a:pt x="3757" y="214"/>
                      </a:lnTo>
                      <a:lnTo>
                        <a:pt x="3803" y="246"/>
                      </a:lnTo>
                      <a:lnTo>
                        <a:pt x="3847" y="280"/>
                      </a:lnTo>
                      <a:lnTo>
                        <a:pt x="3891" y="318"/>
                      </a:lnTo>
                      <a:lnTo>
                        <a:pt x="3933" y="360"/>
                      </a:lnTo>
                      <a:lnTo>
                        <a:pt x="3933" y="360"/>
                      </a:lnTo>
                      <a:lnTo>
                        <a:pt x="3973" y="402"/>
                      </a:lnTo>
                      <a:lnTo>
                        <a:pt x="4011" y="444"/>
                      </a:lnTo>
                      <a:lnTo>
                        <a:pt x="4045" y="490"/>
                      </a:lnTo>
                      <a:lnTo>
                        <a:pt x="4077" y="536"/>
                      </a:lnTo>
                      <a:lnTo>
                        <a:pt x="4107" y="582"/>
                      </a:lnTo>
                      <a:lnTo>
                        <a:pt x="4133" y="632"/>
                      </a:lnTo>
                      <a:lnTo>
                        <a:pt x="4159" y="684"/>
                      </a:lnTo>
                      <a:lnTo>
                        <a:pt x="4181" y="740"/>
                      </a:lnTo>
                      <a:lnTo>
                        <a:pt x="4181" y="740"/>
                      </a:lnTo>
                      <a:lnTo>
                        <a:pt x="4201" y="796"/>
                      </a:lnTo>
                      <a:lnTo>
                        <a:pt x="4221" y="856"/>
                      </a:lnTo>
                      <a:lnTo>
                        <a:pt x="4237" y="916"/>
                      </a:lnTo>
                      <a:lnTo>
                        <a:pt x="4249" y="980"/>
                      </a:lnTo>
                      <a:lnTo>
                        <a:pt x="4261" y="1044"/>
                      </a:lnTo>
                      <a:lnTo>
                        <a:pt x="4269" y="1111"/>
                      </a:lnTo>
                      <a:lnTo>
                        <a:pt x="4275" y="1183"/>
                      </a:lnTo>
                      <a:lnTo>
                        <a:pt x="4281" y="1259"/>
                      </a:lnTo>
                      <a:lnTo>
                        <a:pt x="4281" y="1259"/>
                      </a:lnTo>
                      <a:lnTo>
                        <a:pt x="4287" y="1411"/>
                      </a:lnTo>
                      <a:lnTo>
                        <a:pt x="4291" y="1569"/>
                      </a:lnTo>
                      <a:lnTo>
                        <a:pt x="4293" y="1793"/>
                      </a:lnTo>
                      <a:lnTo>
                        <a:pt x="4293" y="2143"/>
                      </a:lnTo>
                      <a:lnTo>
                        <a:pt x="4293" y="2143"/>
                      </a:lnTo>
                      <a:lnTo>
                        <a:pt x="4293" y="2493"/>
                      </a:lnTo>
                      <a:lnTo>
                        <a:pt x="4291" y="2717"/>
                      </a:lnTo>
                      <a:lnTo>
                        <a:pt x="4287" y="2873"/>
                      </a:lnTo>
                      <a:lnTo>
                        <a:pt x="4281" y="3027"/>
                      </a:lnTo>
                      <a:lnTo>
                        <a:pt x="4281" y="3027"/>
                      </a:lnTo>
                      <a:lnTo>
                        <a:pt x="4275" y="3103"/>
                      </a:lnTo>
                      <a:lnTo>
                        <a:pt x="4269" y="3175"/>
                      </a:lnTo>
                      <a:lnTo>
                        <a:pt x="4261" y="3242"/>
                      </a:lnTo>
                      <a:lnTo>
                        <a:pt x="4249" y="3306"/>
                      </a:lnTo>
                      <a:lnTo>
                        <a:pt x="4237" y="3370"/>
                      </a:lnTo>
                      <a:lnTo>
                        <a:pt x="4221" y="3430"/>
                      </a:lnTo>
                      <a:lnTo>
                        <a:pt x="4201" y="3488"/>
                      </a:lnTo>
                      <a:lnTo>
                        <a:pt x="4181" y="3546"/>
                      </a:lnTo>
                      <a:lnTo>
                        <a:pt x="4181" y="3546"/>
                      </a:lnTo>
                      <a:lnTo>
                        <a:pt x="4159" y="3602"/>
                      </a:lnTo>
                      <a:lnTo>
                        <a:pt x="4133" y="3654"/>
                      </a:lnTo>
                      <a:lnTo>
                        <a:pt x="4107" y="3702"/>
                      </a:lnTo>
                      <a:lnTo>
                        <a:pt x="4077" y="3750"/>
                      </a:lnTo>
                      <a:lnTo>
                        <a:pt x="4045" y="3796"/>
                      </a:lnTo>
                      <a:lnTo>
                        <a:pt x="4011" y="3840"/>
                      </a:lnTo>
                      <a:lnTo>
                        <a:pt x="3975" y="3884"/>
                      </a:lnTo>
                      <a:lnTo>
                        <a:pt x="3933" y="3926"/>
                      </a:lnTo>
                      <a:lnTo>
                        <a:pt x="3933" y="3926"/>
                      </a:lnTo>
                      <a:lnTo>
                        <a:pt x="3891" y="3968"/>
                      </a:lnTo>
                      <a:lnTo>
                        <a:pt x="3847" y="4004"/>
                      </a:lnTo>
                      <a:lnTo>
                        <a:pt x="3803" y="4040"/>
                      </a:lnTo>
                      <a:lnTo>
                        <a:pt x="3757" y="4070"/>
                      </a:lnTo>
                      <a:lnTo>
                        <a:pt x="3709" y="4100"/>
                      </a:lnTo>
                      <a:lnTo>
                        <a:pt x="3661" y="4126"/>
                      </a:lnTo>
                      <a:lnTo>
                        <a:pt x="3609" y="4152"/>
                      </a:lnTo>
                      <a:lnTo>
                        <a:pt x="3552" y="4174"/>
                      </a:lnTo>
                      <a:lnTo>
                        <a:pt x="3552" y="4174"/>
                      </a:lnTo>
                      <a:lnTo>
                        <a:pt x="3494" y="4196"/>
                      </a:lnTo>
                      <a:lnTo>
                        <a:pt x="3436" y="4214"/>
                      </a:lnTo>
                      <a:lnTo>
                        <a:pt x="3374" y="4230"/>
                      </a:lnTo>
                      <a:lnTo>
                        <a:pt x="3312" y="4242"/>
                      </a:lnTo>
                      <a:lnTo>
                        <a:pt x="3248" y="4254"/>
                      </a:lnTo>
                      <a:lnTo>
                        <a:pt x="3178" y="4262"/>
                      </a:lnTo>
                      <a:lnTo>
                        <a:pt x="3108" y="4270"/>
                      </a:lnTo>
                      <a:lnTo>
                        <a:pt x="3032" y="4274"/>
                      </a:lnTo>
                      <a:lnTo>
                        <a:pt x="3032" y="4274"/>
                      </a:lnTo>
                      <a:lnTo>
                        <a:pt x="2878" y="4280"/>
                      </a:lnTo>
                      <a:lnTo>
                        <a:pt x="2722" y="4284"/>
                      </a:lnTo>
                      <a:lnTo>
                        <a:pt x="2498" y="4286"/>
                      </a:lnTo>
                      <a:lnTo>
                        <a:pt x="2148" y="4286"/>
                      </a:lnTo>
                      <a:lnTo>
                        <a:pt x="2148" y="4286"/>
                      </a:lnTo>
                      <a:close/>
                      <a:moveTo>
                        <a:pt x="2148" y="386"/>
                      </a:moveTo>
                      <a:lnTo>
                        <a:pt x="2148" y="386"/>
                      </a:lnTo>
                      <a:lnTo>
                        <a:pt x="1801" y="388"/>
                      </a:lnTo>
                      <a:lnTo>
                        <a:pt x="1583" y="388"/>
                      </a:lnTo>
                      <a:lnTo>
                        <a:pt x="1431" y="392"/>
                      </a:lnTo>
                      <a:lnTo>
                        <a:pt x="1281" y="400"/>
                      </a:lnTo>
                      <a:lnTo>
                        <a:pt x="1281" y="400"/>
                      </a:lnTo>
                      <a:lnTo>
                        <a:pt x="1207" y="404"/>
                      </a:lnTo>
                      <a:lnTo>
                        <a:pt x="1141" y="410"/>
                      </a:lnTo>
                      <a:lnTo>
                        <a:pt x="1083" y="418"/>
                      </a:lnTo>
                      <a:lnTo>
                        <a:pt x="1031" y="428"/>
                      </a:lnTo>
                      <a:lnTo>
                        <a:pt x="987" y="440"/>
                      </a:lnTo>
                      <a:lnTo>
                        <a:pt x="947" y="450"/>
                      </a:lnTo>
                      <a:lnTo>
                        <a:pt x="913" y="462"/>
                      </a:lnTo>
                      <a:lnTo>
                        <a:pt x="883" y="472"/>
                      </a:lnTo>
                      <a:lnTo>
                        <a:pt x="883" y="472"/>
                      </a:lnTo>
                      <a:lnTo>
                        <a:pt x="845" y="488"/>
                      </a:lnTo>
                      <a:lnTo>
                        <a:pt x="813" y="504"/>
                      </a:lnTo>
                      <a:lnTo>
                        <a:pt x="781" y="520"/>
                      </a:lnTo>
                      <a:lnTo>
                        <a:pt x="749" y="540"/>
                      </a:lnTo>
                      <a:lnTo>
                        <a:pt x="721" y="560"/>
                      </a:lnTo>
                      <a:lnTo>
                        <a:pt x="690" y="582"/>
                      </a:lnTo>
                      <a:lnTo>
                        <a:pt x="662" y="606"/>
                      </a:lnTo>
                      <a:lnTo>
                        <a:pt x="634" y="634"/>
                      </a:lnTo>
                      <a:lnTo>
                        <a:pt x="634" y="634"/>
                      </a:lnTo>
                      <a:lnTo>
                        <a:pt x="608" y="662"/>
                      </a:lnTo>
                      <a:lnTo>
                        <a:pt x="584" y="690"/>
                      </a:lnTo>
                      <a:lnTo>
                        <a:pt x="562" y="718"/>
                      </a:lnTo>
                      <a:lnTo>
                        <a:pt x="542" y="746"/>
                      </a:lnTo>
                      <a:lnTo>
                        <a:pt x="522" y="778"/>
                      </a:lnTo>
                      <a:lnTo>
                        <a:pt x="506" y="810"/>
                      </a:lnTo>
                      <a:lnTo>
                        <a:pt x="490" y="844"/>
                      </a:lnTo>
                      <a:lnTo>
                        <a:pt x="474" y="880"/>
                      </a:lnTo>
                      <a:lnTo>
                        <a:pt x="474" y="880"/>
                      </a:lnTo>
                      <a:lnTo>
                        <a:pt x="464" y="910"/>
                      </a:lnTo>
                      <a:lnTo>
                        <a:pt x="452" y="944"/>
                      </a:lnTo>
                      <a:lnTo>
                        <a:pt x="440" y="984"/>
                      </a:lnTo>
                      <a:lnTo>
                        <a:pt x="430" y="1028"/>
                      </a:lnTo>
                      <a:lnTo>
                        <a:pt x="420" y="1079"/>
                      </a:lnTo>
                      <a:lnTo>
                        <a:pt x="412" y="1137"/>
                      </a:lnTo>
                      <a:lnTo>
                        <a:pt x="406" y="1203"/>
                      </a:lnTo>
                      <a:lnTo>
                        <a:pt x="400" y="1277"/>
                      </a:lnTo>
                      <a:lnTo>
                        <a:pt x="400" y="1277"/>
                      </a:lnTo>
                      <a:lnTo>
                        <a:pt x="394" y="1427"/>
                      </a:lnTo>
                      <a:lnTo>
                        <a:pt x="390" y="1579"/>
                      </a:lnTo>
                      <a:lnTo>
                        <a:pt x="388" y="1797"/>
                      </a:lnTo>
                      <a:lnTo>
                        <a:pt x="388" y="2143"/>
                      </a:lnTo>
                      <a:lnTo>
                        <a:pt x="388" y="2143"/>
                      </a:lnTo>
                      <a:lnTo>
                        <a:pt x="388" y="2489"/>
                      </a:lnTo>
                      <a:lnTo>
                        <a:pt x="390" y="2707"/>
                      </a:lnTo>
                      <a:lnTo>
                        <a:pt x="394" y="2859"/>
                      </a:lnTo>
                      <a:lnTo>
                        <a:pt x="400" y="3009"/>
                      </a:lnTo>
                      <a:lnTo>
                        <a:pt x="400" y="3009"/>
                      </a:lnTo>
                      <a:lnTo>
                        <a:pt x="406" y="3083"/>
                      </a:lnTo>
                      <a:lnTo>
                        <a:pt x="412" y="3149"/>
                      </a:lnTo>
                      <a:lnTo>
                        <a:pt x="420" y="3207"/>
                      </a:lnTo>
                      <a:lnTo>
                        <a:pt x="430" y="3258"/>
                      </a:lnTo>
                      <a:lnTo>
                        <a:pt x="440" y="3302"/>
                      </a:lnTo>
                      <a:lnTo>
                        <a:pt x="452" y="3342"/>
                      </a:lnTo>
                      <a:lnTo>
                        <a:pt x="464" y="3376"/>
                      </a:lnTo>
                      <a:lnTo>
                        <a:pt x="474" y="3406"/>
                      </a:lnTo>
                      <a:lnTo>
                        <a:pt x="474" y="3406"/>
                      </a:lnTo>
                      <a:lnTo>
                        <a:pt x="490" y="3442"/>
                      </a:lnTo>
                      <a:lnTo>
                        <a:pt x="506" y="3476"/>
                      </a:lnTo>
                      <a:lnTo>
                        <a:pt x="522" y="3508"/>
                      </a:lnTo>
                      <a:lnTo>
                        <a:pt x="542" y="3538"/>
                      </a:lnTo>
                      <a:lnTo>
                        <a:pt x="562" y="3568"/>
                      </a:lnTo>
                      <a:lnTo>
                        <a:pt x="584" y="3596"/>
                      </a:lnTo>
                      <a:lnTo>
                        <a:pt x="608" y="3624"/>
                      </a:lnTo>
                      <a:lnTo>
                        <a:pt x="634" y="3652"/>
                      </a:lnTo>
                      <a:lnTo>
                        <a:pt x="634" y="3652"/>
                      </a:lnTo>
                      <a:lnTo>
                        <a:pt x="662" y="3680"/>
                      </a:lnTo>
                      <a:lnTo>
                        <a:pt x="690" y="3704"/>
                      </a:lnTo>
                      <a:lnTo>
                        <a:pt x="721" y="3726"/>
                      </a:lnTo>
                      <a:lnTo>
                        <a:pt x="749" y="3746"/>
                      </a:lnTo>
                      <a:lnTo>
                        <a:pt x="781" y="3764"/>
                      </a:lnTo>
                      <a:lnTo>
                        <a:pt x="813" y="3782"/>
                      </a:lnTo>
                      <a:lnTo>
                        <a:pt x="847" y="3798"/>
                      </a:lnTo>
                      <a:lnTo>
                        <a:pt x="883" y="3812"/>
                      </a:lnTo>
                      <a:lnTo>
                        <a:pt x="883" y="3812"/>
                      </a:lnTo>
                      <a:lnTo>
                        <a:pt x="913" y="3824"/>
                      </a:lnTo>
                      <a:lnTo>
                        <a:pt x="947" y="3836"/>
                      </a:lnTo>
                      <a:lnTo>
                        <a:pt x="987" y="3846"/>
                      </a:lnTo>
                      <a:lnTo>
                        <a:pt x="1031" y="3858"/>
                      </a:lnTo>
                      <a:lnTo>
                        <a:pt x="1083" y="3866"/>
                      </a:lnTo>
                      <a:lnTo>
                        <a:pt x="1141" y="3876"/>
                      </a:lnTo>
                      <a:lnTo>
                        <a:pt x="1207" y="3882"/>
                      </a:lnTo>
                      <a:lnTo>
                        <a:pt x="1281" y="3886"/>
                      </a:lnTo>
                      <a:lnTo>
                        <a:pt x="1281" y="3886"/>
                      </a:lnTo>
                      <a:lnTo>
                        <a:pt x="1431" y="3892"/>
                      </a:lnTo>
                      <a:lnTo>
                        <a:pt x="1583" y="3896"/>
                      </a:lnTo>
                      <a:lnTo>
                        <a:pt x="1801" y="3898"/>
                      </a:lnTo>
                      <a:lnTo>
                        <a:pt x="2148" y="3900"/>
                      </a:lnTo>
                      <a:lnTo>
                        <a:pt x="2148" y="3900"/>
                      </a:lnTo>
                      <a:lnTo>
                        <a:pt x="2492" y="3898"/>
                      </a:lnTo>
                      <a:lnTo>
                        <a:pt x="2712" y="3896"/>
                      </a:lnTo>
                      <a:lnTo>
                        <a:pt x="2864" y="3892"/>
                      </a:lnTo>
                      <a:lnTo>
                        <a:pt x="3014" y="3886"/>
                      </a:lnTo>
                      <a:lnTo>
                        <a:pt x="3014" y="3886"/>
                      </a:lnTo>
                      <a:lnTo>
                        <a:pt x="3088" y="3882"/>
                      </a:lnTo>
                      <a:lnTo>
                        <a:pt x="3154" y="3876"/>
                      </a:lnTo>
                      <a:lnTo>
                        <a:pt x="3212" y="3866"/>
                      </a:lnTo>
                      <a:lnTo>
                        <a:pt x="3264" y="3858"/>
                      </a:lnTo>
                      <a:lnTo>
                        <a:pt x="3308" y="3846"/>
                      </a:lnTo>
                      <a:lnTo>
                        <a:pt x="3348" y="3836"/>
                      </a:lnTo>
                      <a:lnTo>
                        <a:pt x="3382" y="3824"/>
                      </a:lnTo>
                      <a:lnTo>
                        <a:pt x="3412" y="3812"/>
                      </a:lnTo>
                      <a:lnTo>
                        <a:pt x="3412" y="3812"/>
                      </a:lnTo>
                      <a:lnTo>
                        <a:pt x="3448" y="3798"/>
                      </a:lnTo>
                      <a:lnTo>
                        <a:pt x="3482" y="3782"/>
                      </a:lnTo>
                      <a:lnTo>
                        <a:pt x="3514" y="3764"/>
                      </a:lnTo>
                      <a:lnTo>
                        <a:pt x="3544" y="3746"/>
                      </a:lnTo>
                      <a:lnTo>
                        <a:pt x="3574" y="3726"/>
                      </a:lnTo>
                      <a:lnTo>
                        <a:pt x="3603" y="3704"/>
                      </a:lnTo>
                      <a:lnTo>
                        <a:pt x="3631" y="3680"/>
                      </a:lnTo>
                      <a:lnTo>
                        <a:pt x="3659" y="3652"/>
                      </a:lnTo>
                      <a:lnTo>
                        <a:pt x="3659" y="3652"/>
                      </a:lnTo>
                      <a:lnTo>
                        <a:pt x="3687" y="3624"/>
                      </a:lnTo>
                      <a:lnTo>
                        <a:pt x="3711" y="3596"/>
                      </a:lnTo>
                      <a:lnTo>
                        <a:pt x="3733" y="3568"/>
                      </a:lnTo>
                      <a:lnTo>
                        <a:pt x="3753" y="3538"/>
                      </a:lnTo>
                      <a:lnTo>
                        <a:pt x="3771" y="3508"/>
                      </a:lnTo>
                      <a:lnTo>
                        <a:pt x="3789" y="3476"/>
                      </a:lnTo>
                      <a:lnTo>
                        <a:pt x="3805" y="3442"/>
                      </a:lnTo>
                      <a:lnTo>
                        <a:pt x="3819" y="3406"/>
                      </a:lnTo>
                      <a:lnTo>
                        <a:pt x="3819" y="3406"/>
                      </a:lnTo>
                      <a:lnTo>
                        <a:pt x="3831" y="3376"/>
                      </a:lnTo>
                      <a:lnTo>
                        <a:pt x="3843" y="3342"/>
                      </a:lnTo>
                      <a:lnTo>
                        <a:pt x="3853" y="3302"/>
                      </a:lnTo>
                      <a:lnTo>
                        <a:pt x="3863" y="3258"/>
                      </a:lnTo>
                      <a:lnTo>
                        <a:pt x="3873" y="3207"/>
                      </a:lnTo>
                      <a:lnTo>
                        <a:pt x="3881" y="3149"/>
                      </a:lnTo>
                      <a:lnTo>
                        <a:pt x="3889" y="3083"/>
                      </a:lnTo>
                      <a:lnTo>
                        <a:pt x="3893" y="3009"/>
                      </a:lnTo>
                      <a:lnTo>
                        <a:pt x="3893" y="3009"/>
                      </a:lnTo>
                      <a:lnTo>
                        <a:pt x="3899" y="2859"/>
                      </a:lnTo>
                      <a:lnTo>
                        <a:pt x="3903" y="2705"/>
                      </a:lnTo>
                      <a:lnTo>
                        <a:pt x="3905" y="2487"/>
                      </a:lnTo>
                      <a:lnTo>
                        <a:pt x="3905" y="2143"/>
                      </a:lnTo>
                      <a:lnTo>
                        <a:pt x="3905" y="2143"/>
                      </a:lnTo>
                      <a:lnTo>
                        <a:pt x="3905" y="1797"/>
                      </a:lnTo>
                      <a:lnTo>
                        <a:pt x="3903" y="1579"/>
                      </a:lnTo>
                      <a:lnTo>
                        <a:pt x="3899" y="1427"/>
                      </a:lnTo>
                      <a:lnTo>
                        <a:pt x="3893" y="1277"/>
                      </a:lnTo>
                      <a:lnTo>
                        <a:pt x="3893" y="1277"/>
                      </a:lnTo>
                      <a:lnTo>
                        <a:pt x="3889" y="1203"/>
                      </a:lnTo>
                      <a:lnTo>
                        <a:pt x="3881" y="1137"/>
                      </a:lnTo>
                      <a:lnTo>
                        <a:pt x="3873" y="1079"/>
                      </a:lnTo>
                      <a:lnTo>
                        <a:pt x="3863" y="1028"/>
                      </a:lnTo>
                      <a:lnTo>
                        <a:pt x="3853" y="984"/>
                      </a:lnTo>
                      <a:lnTo>
                        <a:pt x="3843" y="944"/>
                      </a:lnTo>
                      <a:lnTo>
                        <a:pt x="3831" y="910"/>
                      </a:lnTo>
                      <a:lnTo>
                        <a:pt x="3819" y="880"/>
                      </a:lnTo>
                      <a:lnTo>
                        <a:pt x="3819" y="880"/>
                      </a:lnTo>
                      <a:lnTo>
                        <a:pt x="3805" y="844"/>
                      </a:lnTo>
                      <a:lnTo>
                        <a:pt x="3789" y="810"/>
                      </a:lnTo>
                      <a:lnTo>
                        <a:pt x="3771" y="778"/>
                      </a:lnTo>
                      <a:lnTo>
                        <a:pt x="3753" y="746"/>
                      </a:lnTo>
                      <a:lnTo>
                        <a:pt x="3733" y="718"/>
                      </a:lnTo>
                      <a:lnTo>
                        <a:pt x="3711" y="690"/>
                      </a:lnTo>
                      <a:lnTo>
                        <a:pt x="3687" y="662"/>
                      </a:lnTo>
                      <a:lnTo>
                        <a:pt x="3659" y="634"/>
                      </a:lnTo>
                      <a:lnTo>
                        <a:pt x="3659" y="634"/>
                      </a:lnTo>
                      <a:lnTo>
                        <a:pt x="3631" y="606"/>
                      </a:lnTo>
                      <a:lnTo>
                        <a:pt x="3603" y="582"/>
                      </a:lnTo>
                      <a:lnTo>
                        <a:pt x="3574" y="560"/>
                      </a:lnTo>
                      <a:lnTo>
                        <a:pt x="3544" y="540"/>
                      </a:lnTo>
                      <a:lnTo>
                        <a:pt x="3514" y="520"/>
                      </a:lnTo>
                      <a:lnTo>
                        <a:pt x="3482" y="504"/>
                      </a:lnTo>
                      <a:lnTo>
                        <a:pt x="3448" y="488"/>
                      </a:lnTo>
                      <a:lnTo>
                        <a:pt x="3412" y="472"/>
                      </a:lnTo>
                      <a:lnTo>
                        <a:pt x="3412" y="472"/>
                      </a:lnTo>
                      <a:lnTo>
                        <a:pt x="3382" y="462"/>
                      </a:lnTo>
                      <a:lnTo>
                        <a:pt x="3348" y="450"/>
                      </a:lnTo>
                      <a:lnTo>
                        <a:pt x="3308" y="440"/>
                      </a:lnTo>
                      <a:lnTo>
                        <a:pt x="3264" y="428"/>
                      </a:lnTo>
                      <a:lnTo>
                        <a:pt x="3212" y="418"/>
                      </a:lnTo>
                      <a:lnTo>
                        <a:pt x="3154" y="410"/>
                      </a:lnTo>
                      <a:lnTo>
                        <a:pt x="3088" y="404"/>
                      </a:lnTo>
                      <a:lnTo>
                        <a:pt x="3014" y="400"/>
                      </a:lnTo>
                      <a:lnTo>
                        <a:pt x="3014" y="400"/>
                      </a:lnTo>
                      <a:lnTo>
                        <a:pt x="2864" y="392"/>
                      </a:lnTo>
                      <a:lnTo>
                        <a:pt x="2712" y="388"/>
                      </a:lnTo>
                      <a:lnTo>
                        <a:pt x="2492" y="388"/>
                      </a:lnTo>
                      <a:lnTo>
                        <a:pt x="2148" y="386"/>
                      </a:lnTo>
                      <a:lnTo>
                        <a:pt x="2148" y="38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sz="1125"/>
                </a:p>
              </p:txBody>
            </p:sp>
            <p:sp>
              <p:nvSpPr>
                <p:cNvPr id="13" name="Freeform 10"/>
                <p:cNvSpPr/>
                <p:nvPr/>
              </p:nvSpPr>
              <p:spPr bwMode="auto">
                <a:xfrm>
                  <a:off x="2622044" y="989172"/>
                  <a:ext cx="87052" cy="86546"/>
                </a:xfrm>
                <a:custGeom>
                  <a:avLst/>
                  <a:gdLst>
                    <a:gd name="T0" fmla="*/ 516 w 516"/>
                    <a:gd name="T1" fmla="*/ 258 h 513"/>
                    <a:gd name="T2" fmla="*/ 510 w 516"/>
                    <a:gd name="T3" fmla="*/ 310 h 513"/>
                    <a:gd name="T4" fmla="*/ 496 w 516"/>
                    <a:gd name="T5" fmla="*/ 357 h 513"/>
                    <a:gd name="T6" fmla="*/ 472 w 516"/>
                    <a:gd name="T7" fmla="*/ 401 h 513"/>
                    <a:gd name="T8" fmla="*/ 440 w 516"/>
                    <a:gd name="T9" fmla="*/ 439 h 513"/>
                    <a:gd name="T10" fmla="*/ 402 w 516"/>
                    <a:gd name="T11" fmla="*/ 469 h 513"/>
                    <a:gd name="T12" fmla="*/ 358 w 516"/>
                    <a:gd name="T13" fmla="*/ 493 h 513"/>
                    <a:gd name="T14" fmla="*/ 310 w 516"/>
                    <a:gd name="T15" fmla="*/ 509 h 513"/>
                    <a:gd name="T16" fmla="*/ 258 w 516"/>
                    <a:gd name="T17" fmla="*/ 513 h 513"/>
                    <a:gd name="T18" fmla="*/ 232 w 516"/>
                    <a:gd name="T19" fmla="*/ 513 h 513"/>
                    <a:gd name="T20" fmla="*/ 182 w 516"/>
                    <a:gd name="T21" fmla="*/ 501 h 513"/>
                    <a:gd name="T22" fmla="*/ 136 w 516"/>
                    <a:gd name="T23" fmla="*/ 483 h 513"/>
                    <a:gd name="T24" fmla="*/ 94 w 516"/>
                    <a:gd name="T25" fmla="*/ 455 h 513"/>
                    <a:gd name="T26" fmla="*/ 60 w 516"/>
                    <a:gd name="T27" fmla="*/ 419 h 513"/>
                    <a:gd name="T28" fmla="*/ 32 w 516"/>
                    <a:gd name="T29" fmla="*/ 379 h 513"/>
                    <a:gd name="T30" fmla="*/ 12 w 516"/>
                    <a:gd name="T31" fmla="*/ 333 h 513"/>
                    <a:gd name="T32" fmla="*/ 2 w 516"/>
                    <a:gd name="T33" fmla="*/ 284 h 513"/>
                    <a:gd name="T34" fmla="*/ 0 w 516"/>
                    <a:gd name="T35" fmla="*/ 258 h 513"/>
                    <a:gd name="T36" fmla="*/ 6 w 516"/>
                    <a:gd name="T37" fmla="*/ 206 h 513"/>
                    <a:gd name="T38" fmla="*/ 22 w 516"/>
                    <a:gd name="T39" fmla="*/ 158 h 513"/>
                    <a:gd name="T40" fmla="*/ 44 w 516"/>
                    <a:gd name="T41" fmla="*/ 114 h 513"/>
                    <a:gd name="T42" fmla="*/ 76 w 516"/>
                    <a:gd name="T43" fmla="*/ 76 h 513"/>
                    <a:gd name="T44" fmla="*/ 114 w 516"/>
                    <a:gd name="T45" fmla="*/ 44 h 513"/>
                    <a:gd name="T46" fmla="*/ 158 w 516"/>
                    <a:gd name="T47" fmla="*/ 20 h 513"/>
                    <a:gd name="T48" fmla="*/ 206 w 516"/>
                    <a:gd name="T49" fmla="*/ 6 h 513"/>
                    <a:gd name="T50" fmla="*/ 258 w 516"/>
                    <a:gd name="T51" fmla="*/ 0 h 513"/>
                    <a:gd name="T52" fmla="*/ 284 w 516"/>
                    <a:gd name="T53" fmla="*/ 2 h 513"/>
                    <a:gd name="T54" fmla="*/ 334 w 516"/>
                    <a:gd name="T55" fmla="*/ 12 h 513"/>
                    <a:gd name="T56" fmla="*/ 380 w 516"/>
                    <a:gd name="T57" fmla="*/ 30 h 513"/>
                    <a:gd name="T58" fmla="*/ 422 w 516"/>
                    <a:gd name="T59" fmla="*/ 58 h 513"/>
                    <a:gd name="T60" fmla="*/ 456 w 516"/>
                    <a:gd name="T61" fmla="*/ 94 h 513"/>
                    <a:gd name="T62" fmla="*/ 484 w 516"/>
                    <a:gd name="T63" fmla="*/ 134 h 513"/>
                    <a:gd name="T64" fmla="*/ 504 w 516"/>
                    <a:gd name="T65" fmla="*/ 180 h 513"/>
                    <a:gd name="T66" fmla="*/ 514 w 516"/>
                    <a:gd name="T67" fmla="*/ 230 h 5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516" h="513">
                      <a:moveTo>
                        <a:pt x="516" y="258"/>
                      </a:moveTo>
                      <a:lnTo>
                        <a:pt x="516" y="258"/>
                      </a:lnTo>
                      <a:lnTo>
                        <a:pt x="514" y="284"/>
                      </a:lnTo>
                      <a:lnTo>
                        <a:pt x="510" y="310"/>
                      </a:lnTo>
                      <a:lnTo>
                        <a:pt x="504" y="333"/>
                      </a:lnTo>
                      <a:lnTo>
                        <a:pt x="496" y="357"/>
                      </a:lnTo>
                      <a:lnTo>
                        <a:pt x="484" y="379"/>
                      </a:lnTo>
                      <a:lnTo>
                        <a:pt x="472" y="401"/>
                      </a:lnTo>
                      <a:lnTo>
                        <a:pt x="456" y="419"/>
                      </a:lnTo>
                      <a:lnTo>
                        <a:pt x="440" y="439"/>
                      </a:lnTo>
                      <a:lnTo>
                        <a:pt x="422" y="455"/>
                      </a:lnTo>
                      <a:lnTo>
                        <a:pt x="402" y="469"/>
                      </a:lnTo>
                      <a:lnTo>
                        <a:pt x="380" y="483"/>
                      </a:lnTo>
                      <a:lnTo>
                        <a:pt x="358" y="493"/>
                      </a:lnTo>
                      <a:lnTo>
                        <a:pt x="334" y="501"/>
                      </a:lnTo>
                      <a:lnTo>
                        <a:pt x="310" y="509"/>
                      </a:lnTo>
                      <a:lnTo>
                        <a:pt x="284" y="513"/>
                      </a:lnTo>
                      <a:lnTo>
                        <a:pt x="258" y="513"/>
                      </a:lnTo>
                      <a:lnTo>
                        <a:pt x="258" y="513"/>
                      </a:lnTo>
                      <a:lnTo>
                        <a:pt x="232" y="513"/>
                      </a:lnTo>
                      <a:lnTo>
                        <a:pt x="206" y="509"/>
                      </a:lnTo>
                      <a:lnTo>
                        <a:pt x="182" y="501"/>
                      </a:lnTo>
                      <a:lnTo>
                        <a:pt x="158" y="493"/>
                      </a:lnTo>
                      <a:lnTo>
                        <a:pt x="136" y="483"/>
                      </a:lnTo>
                      <a:lnTo>
                        <a:pt x="114" y="469"/>
                      </a:lnTo>
                      <a:lnTo>
                        <a:pt x="94" y="455"/>
                      </a:lnTo>
                      <a:lnTo>
                        <a:pt x="76" y="439"/>
                      </a:lnTo>
                      <a:lnTo>
                        <a:pt x="60" y="419"/>
                      </a:lnTo>
                      <a:lnTo>
                        <a:pt x="44" y="401"/>
                      </a:lnTo>
                      <a:lnTo>
                        <a:pt x="32" y="379"/>
                      </a:lnTo>
                      <a:lnTo>
                        <a:pt x="22" y="357"/>
                      </a:lnTo>
                      <a:lnTo>
                        <a:pt x="12" y="333"/>
                      </a:lnTo>
                      <a:lnTo>
                        <a:pt x="6" y="310"/>
                      </a:lnTo>
                      <a:lnTo>
                        <a:pt x="2" y="284"/>
                      </a:lnTo>
                      <a:lnTo>
                        <a:pt x="0" y="258"/>
                      </a:lnTo>
                      <a:lnTo>
                        <a:pt x="0" y="258"/>
                      </a:lnTo>
                      <a:lnTo>
                        <a:pt x="2" y="230"/>
                      </a:lnTo>
                      <a:lnTo>
                        <a:pt x="6" y="206"/>
                      </a:lnTo>
                      <a:lnTo>
                        <a:pt x="12" y="180"/>
                      </a:lnTo>
                      <a:lnTo>
                        <a:pt x="22" y="158"/>
                      </a:lnTo>
                      <a:lnTo>
                        <a:pt x="32" y="134"/>
                      </a:lnTo>
                      <a:lnTo>
                        <a:pt x="44" y="114"/>
                      </a:lnTo>
                      <a:lnTo>
                        <a:pt x="60" y="94"/>
                      </a:lnTo>
                      <a:lnTo>
                        <a:pt x="76" y="76"/>
                      </a:lnTo>
                      <a:lnTo>
                        <a:pt x="94" y="58"/>
                      </a:lnTo>
                      <a:lnTo>
                        <a:pt x="114" y="44"/>
                      </a:lnTo>
                      <a:lnTo>
                        <a:pt x="136" y="30"/>
                      </a:lnTo>
                      <a:lnTo>
                        <a:pt x="158" y="20"/>
                      </a:lnTo>
                      <a:lnTo>
                        <a:pt x="182" y="12"/>
                      </a:lnTo>
                      <a:lnTo>
                        <a:pt x="206" y="6"/>
                      </a:lnTo>
                      <a:lnTo>
                        <a:pt x="232" y="2"/>
                      </a:lnTo>
                      <a:lnTo>
                        <a:pt x="258" y="0"/>
                      </a:lnTo>
                      <a:lnTo>
                        <a:pt x="258" y="0"/>
                      </a:lnTo>
                      <a:lnTo>
                        <a:pt x="284" y="2"/>
                      </a:lnTo>
                      <a:lnTo>
                        <a:pt x="310" y="6"/>
                      </a:lnTo>
                      <a:lnTo>
                        <a:pt x="334" y="12"/>
                      </a:lnTo>
                      <a:lnTo>
                        <a:pt x="358" y="20"/>
                      </a:lnTo>
                      <a:lnTo>
                        <a:pt x="380" y="30"/>
                      </a:lnTo>
                      <a:lnTo>
                        <a:pt x="402" y="44"/>
                      </a:lnTo>
                      <a:lnTo>
                        <a:pt x="422" y="58"/>
                      </a:lnTo>
                      <a:lnTo>
                        <a:pt x="440" y="76"/>
                      </a:lnTo>
                      <a:lnTo>
                        <a:pt x="456" y="94"/>
                      </a:lnTo>
                      <a:lnTo>
                        <a:pt x="472" y="114"/>
                      </a:lnTo>
                      <a:lnTo>
                        <a:pt x="484" y="134"/>
                      </a:lnTo>
                      <a:lnTo>
                        <a:pt x="496" y="158"/>
                      </a:lnTo>
                      <a:lnTo>
                        <a:pt x="504" y="180"/>
                      </a:lnTo>
                      <a:lnTo>
                        <a:pt x="510" y="206"/>
                      </a:lnTo>
                      <a:lnTo>
                        <a:pt x="514" y="230"/>
                      </a:lnTo>
                      <a:lnTo>
                        <a:pt x="516" y="258"/>
                      </a:ln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sz="1125"/>
                </a:p>
              </p:txBody>
            </p:sp>
          </p:grpSp>
          <p:sp>
            <p:nvSpPr>
              <p:cNvPr id="11" name="Oval 10"/>
              <p:cNvSpPr/>
              <p:nvPr/>
            </p:nvSpPr>
            <p:spPr>
              <a:xfrm>
                <a:off x="2320736" y="1073949"/>
                <a:ext cx="303163" cy="303163"/>
              </a:xfrm>
              <a:prstGeom prst="ellipse">
                <a:avLst/>
              </a:prstGeom>
              <a:noFill/>
              <a:ln w="22225">
                <a:solidFill>
                  <a:schemeClr val="bg1">
                    <a:alpha val="3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125"/>
              </a:p>
            </p:txBody>
          </p:sp>
        </p:grpSp>
      </p:grpSp>
      <p:sp>
        <p:nvSpPr>
          <p:cNvPr id="14" name="TextBox 13"/>
          <p:cNvSpPr txBox="1"/>
          <p:nvPr userDrawn="1"/>
        </p:nvSpPr>
        <p:spPr>
          <a:xfrm>
            <a:off x="9437335" y="6266747"/>
            <a:ext cx="2230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1000" strike="noStrike" spc="375" dirty="0">
                <a:solidFill>
                  <a:schemeClr val="bg1">
                    <a:alpha val="30000"/>
                  </a:schemeClr>
                </a:solidFill>
                <a:latin typeface="Geomanist Regular" panose="02000503000000020004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t>WWW.WEBSITE.COM</a:t>
            </a: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39037" y="6266740"/>
            <a:ext cx="2209534" cy="246221"/>
            <a:chOff x="1021995" y="9934119"/>
            <a:chExt cx="3529788" cy="393954"/>
          </a:xfrm>
        </p:grpSpPr>
        <p:sp>
          <p:nvSpPr>
            <p:cNvPr id="16" name="Freeform 62"/>
            <p:cNvSpPr>
              <a:spLocks noEditPoints="1"/>
            </p:cNvSpPr>
            <p:nvPr/>
          </p:nvSpPr>
          <p:spPr bwMode="auto">
            <a:xfrm>
              <a:off x="1021995" y="10010675"/>
              <a:ext cx="219920" cy="216220"/>
            </a:xfrm>
            <a:custGeom>
              <a:avLst/>
              <a:gdLst>
                <a:gd name="T0" fmla="*/ 92739 w 55"/>
                <a:gd name="T1" fmla="*/ 185737 h 54"/>
                <a:gd name="T2" fmla="*/ 0 w 55"/>
                <a:gd name="T3" fmla="*/ 92869 h 54"/>
                <a:gd name="T4" fmla="*/ 92739 w 55"/>
                <a:gd name="T5" fmla="*/ 0 h 54"/>
                <a:gd name="T6" fmla="*/ 188913 w 55"/>
                <a:gd name="T7" fmla="*/ 92869 h 54"/>
                <a:gd name="T8" fmla="*/ 92739 w 55"/>
                <a:gd name="T9" fmla="*/ 185737 h 54"/>
                <a:gd name="T10" fmla="*/ 13739 w 55"/>
                <a:gd name="T11" fmla="*/ 92869 h 54"/>
                <a:gd name="T12" fmla="*/ 92739 w 55"/>
                <a:gd name="T13" fmla="*/ 171979 h 54"/>
                <a:gd name="T14" fmla="*/ 171739 w 55"/>
                <a:gd name="T15" fmla="*/ 92869 h 54"/>
                <a:gd name="T16" fmla="*/ 92739 w 55"/>
                <a:gd name="T17" fmla="*/ 13758 h 54"/>
                <a:gd name="T18" fmla="*/ 13739 w 55"/>
                <a:gd name="T19" fmla="*/ 92869 h 54"/>
                <a:gd name="T20" fmla="*/ 140826 w 55"/>
                <a:gd name="T21" fmla="*/ 127264 h 54"/>
                <a:gd name="T22" fmla="*/ 96174 w 55"/>
                <a:gd name="T23" fmla="*/ 151341 h 54"/>
                <a:gd name="T24" fmla="*/ 37783 w 55"/>
                <a:gd name="T25" fmla="*/ 92869 h 54"/>
                <a:gd name="T26" fmla="*/ 96174 w 55"/>
                <a:gd name="T27" fmla="*/ 34396 h 54"/>
                <a:gd name="T28" fmla="*/ 137391 w 55"/>
                <a:gd name="T29" fmla="*/ 58473 h 54"/>
                <a:gd name="T30" fmla="*/ 137391 w 55"/>
                <a:gd name="T31" fmla="*/ 72231 h 54"/>
                <a:gd name="T32" fmla="*/ 137391 w 55"/>
                <a:gd name="T33" fmla="*/ 72231 h 54"/>
                <a:gd name="T34" fmla="*/ 123652 w 55"/>
                <a:gd name="T35" fmla="*/ 72231 h 54"/>
                <a:gd name="T36" fmla="*/ 120217 w 55"/>
                <a:gd name="T37" fmla="*/ 72231 h 54"/>
                <a:gd name="T38" fmla="*/ 120217 w 55"/>
                <a:gd name="T39" fmla="*/ 61912 h 54"/>
                <a:gd name="T40" fmla="*/ 96174 w 55"/>
                <a:gd name="T41" fmla="*/ 51594 h 54"/>
                <a:gd name="T42" fmla="*/ 54957 w 55"/>
                <a:gd name="T43" fmla="*/ 92869 h 54"/>
                <a:gd name="T44" fmla="*/ 96174 w 55"/>
                <a:gd name="T45" fmla="*/ 134143 h 54"/>
                <a:gd name="T46" fmla="*/ 120217 w 55"/>
                <a:gd name="T47" fmla="*/ 123825 h 54"/>
                <a:gd name="T48" fmla="*/ 120217 w 55"/>
                <a:gd name="T49" fmla="*/ 113506 h 54"/>
                <a:gd name="T50" fmla="*/ 123652 w 55"/>
                <a:gd name="T51" fmla="*/ 113506 h 54"/>
                <a:gd name="T52" fmla="*/ 137391 w 55"/>
                <a:gd name="T53" fmla="*/ 113506 h 54"/>
                <a:gd name="T54" fmla="*/ 140826 w 55"/>
                <a:gd name="T55" fmla="*/ 113506 h 54"/>
                <a:gd name="T56" fmla="*/ 140826 w 55"/>
                <a:gd name="T57" fmla="*/ 127264 h 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5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4"/>
                    <a:pt x="27" y="54"/>
                  </a:cubicBezTo>
                  <a:close/>
                  <a:moveTo>
                    <a:pt x="4" y="27"/>
                  </a:moveTo>
                  <a:cubicBezTo>
                    <a:pt x="4" y="40"/>
                    <a:pt x="15" y="50"/>
                    <a:pt x="27" y="50"/>
                  </a:cubicBezTo>
                  <a:cubicBezTo>
                    <a:pt x="40" y="50"/>
                    <a:pt x="50" y="40"/>
                    <a:pt x="50" y="27"/>
                  </a:cubicBezTo>
                  <a:cubicBezTo>
                    <a:pt x="50" y="14"/>
                    <a:pt x="40" y="4"/>
                    <a:pt x="27" y="4"/>
                  </a:cubicBezTo>
                  <a:cubicBezTo>
                    <a:pt x="15" y="4"/>
                    <a:pt x="4" y="14"/>
                    <a:pt x="4" y="27"/>
                  </a:cubicBezTo>
                  <a:close/>
                  <a:moveTo>
                    <a:pt x="41" y="37"/>
                  </a:moveTo>
                  <a:cubicBezTo>
                    <a:pt x="41" y="42"/>
                    <a:pt x="33" y="44"/>
                    <a:pt x="28" y="44"/>
                  </a:cubicBezTo>
                  <a:cubicBezTo>
                    <a:pt x="18" y="44"/>
                    <a:pt x="11" y="37"/>
                    <a:pt x="11" y="27"/>
                  </a:cubicBezTo>
                  <a:cubicBezTo>
                    <a:pt x="11" y="17"/>
                    <a:pt x="18" y="10"/>
                    <a:pt x="28" y="10"/>
                  </a:cubicBezTo>
                  <a:cubicBezTo>
                    <a:pt x="31" y="10"/>
                    <a:pt x="40" y="11"/>
                    <a:pt x="40" y="17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6"/>
                    <a:pt x="31" y="15"/>
                    <a:pt x="28" y="15"/>
                  </a:cubicBezTo>
                  <a:cubicBezTo>
                    <a:pt x="21" y="15"/>
                    <a:pt x="16" y="20"/>
                    <a:pt x="16" y="27"/>
                  </a:cubicBezTo>
                  <a:cubicBezTo>
                    <a:pt x="16" y="34"/>
                    <a:pt x="21" y="39"/>
                    <a:pt x="28" y="39"/>
                  </a:cubicBezTo>
                  <a:cubicBezTo>
                    <a:pt x="31" y="39"/>
                    <a:pt x="35" y="38"/>
                    <a:pt x="35" y="36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6" y="33"/>
                    <a:pt x="36" y="33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txBody>
            <a:bodyPr/>
            <a:lstStyle/>
            <a:p>
              <a:pPr algn="l"/>
              <a:endParaRPr lang="en-US" sz="1000" dirty="0">
                <a:solidFill>
                  <a:schemeClr val="bg1">
                    <a:alpha val="30000"/>
                  </a:schemeClr>
                </a:solidFill>
                <a:latin typeface="Geomanist Regular" panose="02000503000000020004" pitchFamily="50" charset="0"/>
                <a:ea typeface="Roboto Condensed" panose="02000000000000000000" pitchFamily="2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01976" y="9934119"/>
              <a:ext cx="3249807" cy="3939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spc="188" dirty="0">
                  <a:solidFill>
                    <a:schemeClr val="bg1">
                      <a:alpha val="30000"/>
                    </a:schemeClr>
                  </a:solidFill>
                  <a:latin typeface="Geomanist Regular" panose="02000503000000020004" pitchFamily="50" charset="0"/>
                  <a:ea typeface="Roboto Condensed" panose="02000000000000000000" pitchFamily="2" charset="0"/>
                  <a:cs typeface="Segoe UI" panose="020B0502040204020203" pitchFamily="34" charset="0"/>
                </a:rPr>
                <a:t>GROOVY2017.ALL RIGHTS</a:t>
              </a:r>
              <a:endParaRPr lang="id-ID" sz="1000" spc="188" dirty="0">
                <a:solidFill>
                  <a:schemeClr val="bg1">
                    <a:alpha val="30000"/>
                  </a:schemeClr>
                </a:solidFill>
                <a:latin typeface="Geomanist Regular" panose="02000503000000020004" pitchFamily="50" charset="0"/>
                <a:ea typeface="Roboto Condensed" panose="02000000000000000000" pitchFamily="2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Oval 17"/>
          <p:cNvSpPr/>
          <p:nvPr userDrawn="1"/>
        </p:nvSpPr>
        <p:spPr>
          <a:xfrm>
            <a:off x="11753063" y="-438259"/>
            <a:ext cx="877875" cy="876518"/>
          </a:xfrm>
          <a:prstGeom prst="ellipse">
            <a:avLst/>
          </a:prstGeom>
          <a:solidFill>
            <a:schemeClr val="bg1">
              <a:lumMod val="9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19" name="Diamond 18"/>
          <p:cNvSpPr/>
          <p:nvPr userDrawn="1"/>
        </p:nvSpPr>
        <p:spPr>
          <a:xfrm>
            <a:off x="5235363" y="5472825"/>
            <a:ext cx="204217" cy="203901"/>
          </a:xfrm>
          <a:prstGeom prst="diamond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20" name="Oval 19"/>
          <p:cNvSpPr/>
          <p:nvPr userDrawn="1"/>
        </p:nvSpPr>
        <p:spPr>
          <a:xfrm>
            <a:off x="-323405" y="255180"/>
            <a:ext cx="545957" cy="545113"/>
          </a:xfrm>
          <a:prstGeom prst="ellipse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21" name="Freeform: Shape 20"/>
          <p:cNvSpPr/>
          <p:nvPr userDrawn="1"/>
        </p:nvSpPr>
        <p:spPr>
          <a:xfrm flipV="1">
            <a:off x="10725539" y="4946446"/>
            <a:ext cx="327533" cy="327026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22" name="Freeform: Shape 21"/>
          <p:cNvSpPr/>
          <p:nvPr userDrawn="1"/>
        </p:nvSpPr>
        <p:spPr>
          <a:xfrm flipV="1">
            <a:off x="8094996" y="84568"/>
            <a:ext cx="123316" cy="123125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23" name="Freeform: Shape 22"/>
          <p:cNvSpPr/>
          <p:nvPr userDrawn="1"/>
        </p:nvSpPr>
        <p:spPr>
          <a:xfrm>
            <a:off x="11913309" y="1994115"/>
            <a:ext cx="602704" cy="601772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24" name="Isosceles Triangle 23"/>
          <p:cNvSpPr/>
          <p:nvPr userDrawn="1"/>
        </p:nvSpPr>
        <p:spPr>
          <a:xfrm rot="19384964">
            <a:off x="7366650" y="6690088"/>
            <a:ext cx="228544" cy="196716"/>
          </a:xfrm>
          <a:prstGeom prst="triangle">
            <a:avLst/>
          </a:prstGeom>
          <a:solidFill>
            <a:schemeClr val="bg1">
              <a:lumMod val="95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25" name="Isosceles Triangle 24"/>
          <p:cNvSpPr/>
          <p:nvPr userDrawn="1"/>
        </p:nvSpPr>
        <p:spPr>
          <a:xfrm rot="19384964">
            <a:off x="1235559" y="2063103"/>
            <a:ext cx="323011" cy="278027"/>
          </a:xfrm>
          <a:prstGeom prst="triangle">
            <a:avLst/>
          </a:prstGeom>
          <a:solidFill>
            <a:schemeClr val="bg1">
              <a:lumMod val="9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26" name="Freeform: Shape 25"/>
          <p:cNvSpPr/>
          <p:nvPr userDrawn="1"/>
        </p:nvSpPr>
        <p:spPr>
          <a:xfrm>
            <a:off x="3003592" y="935865"/>
            <a:ext cx="257955" cy="257556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826393" y="5926964"/>
            <a:ext cx="2287955" cy="1561069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8419028" y="1633537"/>
            <a:ext cx="2074697" cy="3652838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innerShdw blurRad="127000">
              <a:schemeClr val="tx1">
                <a:lumMod val="75000"/>
                <a:lumOff val="25000"/>
              </a:schemeClr>
            </a:inn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1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51988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11" name="Oval 10"/>
          <p:cNvSpPr/>
          <p:nvPr userDrawn="1"/>
        </p:nvSpPr>
        <p:spPr>
          <a:xfrm>
            <a:off x="3003592" y="4438060"/>
            <a:ext cx="123759" cy="123568"/>
          </a:xfrm>
          <a:prstGeom prst="ellipse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12" name="Diamond 11"/>
          <p:cNvSpPr/>
          <p:nvPr userDrawn="1"/>
        </p:nvSpPr>
        <p:spPr>
          <a:xfrm>
            <a:off x="5775886" y="3064605"/>
            <a:ext cx="204217" cy="203901"/>
          </a:xfrm>
          <a:prstGeom prst="diamond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13" name="TextBox 12"/>
          <p:cNvSpPr txBox="1"/>
          <p:nvPr userDrawn="1"/>
        </p:nvSpPr>
        <p:spPr>
          <a:xfrm rot="10800000" flipV="1">
            <a:off x="10796985" y="193031"/>
            <a:ext cx="1116324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3750" b="1" i="0" smtClean="0">
                <a:solidFill>
                  <a:schemeClr val="bg1">
                    <a:alpha val="30000"/>
                  </a:schemeClr>
                </a:solidFill>
                <a:latin typeface="Geomanist Regular" panose="02000503000000020004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t>‹#›</a:t>
            </a:fld>
            <a:endParaRPr lang="id-ID" sz="7190" b="1" i="0" dirty="0">
              <a:solidFill>
                <a:schemeClr val="bg1">
                  <a:alpha val="30000"/>
                </a:schemeClr>
              </a:solidFill>
              <a:latin typeface="Geomanist Regular" panose="02000503000000020004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14" name="Oval 13"/>
          <p:cNvSpPr/>
          <p:nvPr userDrawn="1"/>
        </p:nvSpPr>
        <p:spPr>
          <a:xfrm>
            <a:off x="-323405" y="255180"/>
            <a:ext cx="545957" cy="545113"/>
          </a:xfrm>
          <a:prstGeom prst="ellipse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15" name="Freeform: Shape 14"/>
          <p:cNvSpPr/>
          <p:nvPr userDrawn="1"/>
        </p:nvSpPr>
        <p:spPr>
          <a:xfrm flipV="1">
            <a:off x="8094996" y="84568"/>
            <a:ext cx="123316" cy="123125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16" name="Freeform: Shape 15"/>
          <p:cNvSpPr/>
          <p:nvPr userDrawn="1"/>
        </p:nvSpPr>
        <p:spPr>
          <a:xfrm>
            <a:off x="11913309" y="1994115"/>
            <a:ext cx="602704" cy="601772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17" name="Isosceles Triangle 16"/>
          <p:cNvSpPr/>
          <p:nvPr userDrawn="1"/>
        </p:nvSpPr>
        <p:spPr>
          <a:xfrm rot="19384964">
            <a:off x="1235559" y="2063103"/>
            <a:ext cx="323011" cy="278027"/>
          </a:xfrm>
          <a:prstGeom prst="triangle">
            <a:avLst/>
          </a:prstGeom>
          <a:solidFill>
            <a:schemeClr val="bg1">
              <a:lumMod val="9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 rot="1800000">
            <a:off x="7704680" y="1506929"/>
            <a:ext cx="1308235" cy="2131897"/>
          </a:xfrm>
          <a:prstGeom prst="rect">
            <a:avLst/>
          </a:prstGeom>
          <a:solidFill>
            <a:schemeClr val="bg1">
              <a:alpha val="70000"/>
            </a:schemeClr>
          </a:solidFill>
          <a:effectLst>
            <a:outerShdw blurRad="1270000" dist="889000" dir="5400000" sx="85000" sy="85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 rot="1800000">
            <a:off x="5787119" y="1388140"/>
            <a:ext cx="1308235" cy="2131897"/>
          </a:xfrm>
          <a:prstGeom prst="rect">
            <a:avLst/>
          </a:prstGeom>
          <a:solidFill>
            <a:schemeClr val="bg1">
              <a:alpha val="70000"/>
            </a:schemeClr>
          </a:solidFill>
          <a:effectLst>
            <a:outerShdw blurRad="1270000" dist="889000" dir="5400000" sx="85000" sy="85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/>
          </p:nvPr>
        </p:nvSpPr>
        <p:spPr>
          <a:xfrm rot="1800000">
            <a:off x="6431379" y="3694965"/>
            <a:ext cx="1308235" cy="2131897"/>
          </a:xfrm>
          <a:prstGeom prst="rect">
            <a:avLst/>
          </a:prstGeom>
          <a:solidFill>
            <a:schemeClr val="bg1">
              <a:alpha val="70000"/>
            </a:schemeClr>
          </a:solidFill>
          <a:effectLst>
            <a:outerShdw blurRad="1270000" dist="889000" dir="5400000" sx="85000" sy="85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4"/>
          </p:nvPr>
        </p:nvSpPr>
        <p:spPr>
          <a:xfrm rot="1800000">
            <a:off x="9708100" y="1386975"/>
            <a:ext cx="1308235" cy="2131897"/>
          </a:xfrm>
          <a:prstGeom prst="rect">
            <a:avLst/>
          </a:prstGeom>
          <a:solidFill>
            <a:schemeClr val="bg1">
              <a:alpha val="70000"/>
            </a:schemeClr>
          </a:solidFill>
          <a:effectLst>
            <a:outerShdw blurRad="1270000" dist="889000" dir="5400000" sx="85000" sy="85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 rot="1800000">
            <a:off x="8427190" y="3601441"/>
            <a:ext cx="1308235" cy="2131897"/>
          </a:xfrm>
          <a:prstGeom prst="rect">
            <a:avLst/>
          </a:prstGeom>
          <a:solidFill>
            <a:schemeClr val="bg1">
              <a:alpha val="70000"/>
            </a:schemeClr>
          </a:solidFill>
          <a:effectLst>
            <a:outerShdw blurRad="1270000" dist="889000" dir="5400000" sx="85000" sy="85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 rot="1800000">
            <a:off x="10784256" y="2906363"/>
            <a:ext cx="1308235" cy="2131897"/>
          </a:xfrm>
          <a:prstGeom prst="rect">
            <a:avLst/>
          </a:prstGeom>
          <a:solidFill>
            <a:schemeClr val="bg1">
              <a:alpha val="70000"/>
            </a:schemeClr>
          </a:solidFill>
          <a:effectLst>
            <a:outerShdw blurRad="1270000" dist="889000" dir="5400000" sx="85000" sy="85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7"/>
          </p:nvPr>
        </p:nvSpPr>
        <p:spPr>
          <a:xfrm rot="1800000">
            <a:off x="8977981" y="-652525"/>
            <a:ext cx="1308235" cy="2131897"/>
          </a:xfrm>
          <a:prstGeom prst="rect">
            <a:avLst/>
          </a:prstGeom>
          <a:solidFill>
            <a:schemeClr val="bg1">
              <a:alpha val="70000"/>
            </a:schemeClr>
          </a:solidFill>
          <a:effectLst>
            <a:outerShdw blurRad="1270000" dist="889000" dir="5400000" sx="85000" sy="85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29" name="Freeform: Shape 28"/>
          <p:cNvSpPr/>
          <p:nvPr userDrawn="1"/>
        </p:nvSpPr>
        <p:spPr>
          <a:xfrm>
            <a:off x="-694483" y="4561627"/>
            <a:ext cx="1098361" cy="1096663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307467" y="1398951"/>
            <a:ext cx="4066385" cy="4060098"/>
          </a:xfrm>
          <a:custGeom>
            <a:avLst/>
            <a:gdLst>
              <a:gd name="connsiteX0" fmla="*/ 3248078 w 6496156"/>
              <a:gd name="connsiteY0" fmla="*/ 0 h 6496156"/>
              <a:gd name="connsiteX1" fmla="*/ 6496156 w 6496156"/>
              <a:gd name="connsiteY1" fmla="*/ 3248078 h 6496156"/>
              <a:gd name="connsiteX2" fmla="*/ 3248078 w 6496156"/>
              <a:gd name="connsiteY2" fmla="*/ 6496156 h 6496156"/>
              <a:gd name="connsiteX3" fmla="*/ 0 w 6496156"/>
              <a:gd name="connsiteY3" fmla="*/ 3248078 h 6496156"/>
              <a:gd name="connsiteX4" fmla="*/ 3248078 w 6496156"/>
              <a:gd name="connsiteY4" fmla="*/ 0 h 6496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6156" h="6496156">
                <a:moveTo>
                  <a:pt x="3248078" y="0"/>
                </a:moveTo>
                <a:cubicBezTo>
                  <a:pt x="5041942" y="0"/>
                  <a:pt x="6496156" y="1454214"/>
                  <a:pt x="6496156" y="3248078"/>
                </a:cubicBezTo>
                <a:cubicBezTo>
                  <a:pt x="6496156" y="5041942"/>
                  <a:pt x="5041942" y="6496156"/>
                  <a:pt x="3248078" y="6496156"/>
                </a:cubicBezTo>
                <a:cubicBezTo>
                  <a:pt x="1454214" y="6496156"/>
                  <a:pt x="0" y="5041942"/>
                  <a:pt x="0" y="3248078"/>
                </a:cubicBezTo>
                <a:cubicBezTo>
                  <a:pt x="0" y="1454214"/>
                  <a:pt x="1454214" y="0"/>
                  <a:pt x="324807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331381" y="225592"/>
            <a:ext cx="1355649" cy="571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7" name="Rectangle 6"/>
          <p:cNvSpPr/>
          <p:nvPr userDrawn="1"/>
        </p:nvSpPr>
        <p:spPr>
          <a:xfrm>
            <a:off x="1181699" y="0"/>
            <a:ext cx="4914702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8" name="Rectangle 7"/>
          <p:cNvSpPr/>
          <p:nvPr userDrawn="1"/>
        </p:nvSpPr>
        <p:spPr>
          <a:xfrm>
            <a:off x="6096401" y="3429000"/>
            <a:ext cx="491390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7225613" y="4211736"/>
            <a:ext cx="2655476" cy="5292529"/>
            <a:chOff x="1264256" y="645824"/>
            <a:chExt cx="2821047" cy="5631230"/>
          </a:xfrm>
        </p:grpSpPr>
        <p:grpSp>
          <p:nvGrpSpPr>
            <p:cNvPr id="10" name="Группа 84"/>
            <p:cNvGrpSpPr/>
            <p:nvPr/>
          </p:nvGrpSpPr>
          <p:grpSpPr>
            <a:xfrm>
              <a:off x="1264256" y="645824"/>
              <a:ext cx="2821047" cy="5631230"/>
              <a:chOff x="3421706" y="1143000"/>
              <a:chExt cx="2530932" cy="5052117"/>
            </a:xfrm>
          </p:grpSpPr>
          <p:sp>
            <p:nvSpPr>
              <p:cNvPr id="12" name="Скругленный прямоугольник 85"/>
              <p:cNvSpPr/>
              <p:nvPr userDrawn="1"/>
            </p:nvSpPr>
            <p:spPr>
              <a:xfrm>
                <a:off x="5772337" y="2057401"/>
                <a:ext cx="180301" cy="487680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  <p:sp>
            <p:nvSpPr>
              <p:cNvPr id="13" name="Скругленный прямоугольник 86"/>
              <p:cNvSpPr/>
              <p:nvPr userDrawn="1"/>
            </p:nvSpPr>
            <p:spPr>
              <a:xfrm>
                <a:off x="3421706" y="1971500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  <p:sp>
            <p:nvSpPr>
              <p:cNvPr id="14" name="Скругленный прямоугольник 87"/>
              <p:cNvSpPr/>
              <p:nvPr userDrawn="1"/>
            </p:nvSpPr>
            <p:spPr>
              <a:xfrm>
                <a:off x="3421706" y="2530199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  <p:sp>
            <p:nvSpPr>
              <p:cNvPr id="15" name="Скругленный прямоугольник 88"/>
              <p:cNvSpPr/>
              <p:nvPr userDrawn="1"/>
            </p:nvSpPr>
            <p:spPr>
              <a:xfrm>
                <a:off x="3421706" y="3041744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  <p:sp>
            <p:nvSpPr>
              <p:cNvPr id="16" name="Скругленный прямоугольник 89"/>
              <p:cNvSpPr/>
              <p:nvPr userDrawn="1"/>
            </p:nvSpPr>
            <p:spPr>
              <a:xfrm>
                <a:off x="3453659" y="1143000"/>
                <a:ext cx="2465281" cy="5052117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 dirty="0"/>
              </a:p>
            </p:txBody>
          </p:sp>
          <p:sp>
            <p:nvSpPr>
              <p:cNvPr id="17" name="Овал 90"/>
              <p:cNvSpPr/>
              <p:nvPr userDrawn="1"/>
            </p:nvSpPr>
            <p:spPr>
              <a:xfrm>
                <a:off x="4481234" y="5699769"/>
                <a:ext cx="410131" cy="406782"/>
              </a:xfrm>
              <a:prstGeom prst="ellipse">
                <a:avLst/>
              </a:prstGeom>
              <a:noFill/>
              <a:ln w="15875">
                <a:gradFill flip="none" rotWithShape="1">
                  <a:gsLst>
                    <a:gs pos="320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  <p:sp>
            <p:nvSpPr>
              <p:cNvPr id="18" name="Скругленный прямоугольник 91"/>
              <p:cNvSpPr/>
              <p:nvPr userDrawn="1"/>
            </p:nvSpPr>
            <p:spPr>
              <a:xfrm>
                <a:off x="4372270" y="1457767"/>
                <a:ext cx="628058" cy="45719"/>
              </a:xfrm>
              <a:prstGeom prst="roundRect">
                <a:avLst/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  <p:sp>
            <p:nvSpPr>
              <p:cNvPr id="19" name="Овал 92"/>
              <p:cNvSpPr/>
              <p:nvPr userDrawn="1"/>
            </p:nvSpPr>
            <p:spPr>
              <a:xfrm flipH="1">
                <a:off x="4159907" y="1451578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  <p:sp>
            <p:nvSpPr>
              <p:cNvPr id="20" name="Овал 93"/>
              <p:cNvSpPr/>
              <p:nvPr userDrawn="1"/>
            </p:nvSpPr>
            <p:spPr>
              <a:xfrm flipH="1">
                <a:off x="4656540" y="1271335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</p:grpSp>
        <p:sp>
          <p:nvSpPr>
            <p:cNvPr id="11" name="Rectangle 10"/>
            <p:cNvSpPr/>
            <p:nvPr/>
          </p:nvSpPr>
          <p:spPr>
            <a:xfrm>
              <a:off x="1509657" y="1204476"/>
              <a:ext cx="2330245" cy="42819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25"/>
            </a:p>
          </p:txBody>
        </p:sp>
      </p:grpSp>
      <p:grpSp>
        <p:nvGrpSpPr>
          <p:cNvPr id="21" name="Group 20"/>
          <p:cNvGrpSpPr/>
          <p:nvPr userDrawn="1"/>
        </p:nvGrpSpPr>
        <p:grpSpPr>
          <a:xfrm>
            <a:off x="2311312" y="782736"/>
            <a:ext cx="2655476" cy="5292529"/>
            <a:chOff x="1264256" y="645824"/>
            <a:chExt cx="2821047" cy="5631230"/>
          </a:xfrm>
        </p:grpSpPr>
        <p:grpSp>
          <p:nvGrpSpPr>
            <p:cNvPr id="22" name="Группа 84"/>
            <p:cNvGrpSpPr/>
            <p:nvPr/>
          </p:nvGrpSpPr>
          <p:grpSpPr>
            <a:xfrm>
              <a:off x="1264256" y="645824"/>
              <a:ext cx="2821047" cy="5631230"/>
              <a:chOff x="3421706" y="1143000"/>
              <a:chExt cx="2530932" cy="5052117"/>
            </a:xfrm>
          </p:grpSpPr>
          <p:sp>
            <p:nvSpPr>
              <p:cNvPr id="24" name="Скругленный прямоугольник 85"/>
              <p:cNvSpPr/>
              <p:nvPr userDrawn="1"/>
            </p:nvSpPr>
            <p:spPr>
              <a:xfrm>
                <a:off x="5772337" y="2057401"/>
                <a:ext cx="180301" cy="487680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  <p:sp>
            <p:nvSpPr>
              <p:cNvPr id="25" name="Скругленный прямоугольник 86"/>
              <p:cNvSpPr/>
              <p:nvPr userDrawn="1"/>
            </p:nvSpPr>
            <p:spPr>
              <a:xfrm>
                <a:off x="3421706" y="1971500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  <p:sp>
            <p:nvSpPr>
              <p:cNvPr id="26" name="Скругленный прямоугольник 87"/>
              <p:cNvSpPr/>
              <p:nvPr userDrawn="1"/>
            </p:nvSpPr>
            <p:spPr>
              <a:xfrm>
                <a:off x="3421706" y="2530199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  <p:sp>
            <p:nvSpPr>
              <p:cNvPr id="27" name="Скругленный прямоугольник 88"/>
              <p:cNvSpPr/>
              <p:nvPr userDrawn="1"/>
            </p:nvSpPr>
            <p:spPr>
              <a:xfrm>
                <a:off x="3421706" y="3041744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  <p:sp>
            <p:nvSpPr>
              <p:cNvPr id="28" name="Скругленный прямоугольник 89"/>
              <p:cNvSpPr/>
              <p:nvPr userDrawn="1"/>
            </p:nvSpPr>
            <p:spPr>
              <a:xfrm>
                <a:off x="3453659" y="1143000"/>
                <a:ext cx="2465281" cy="5052117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 dirty="0"/>
              </a:p>
            </p:txBody>
          </p:sp>
          <p:sp>
            <p:nvSpPr>
              <p:cNvPr id="29" name="Овал 90"/>
              <p:cNvSpPr/>
              <p:nvPr userDrawn="1"/>
            </p:nvSpPr>
            <p:spPr>
              <a:xfrm>
                <a:off x="4481234" y="5699769"/>
                <a:ext cx="410131" cy="406782"/>
              </a:xfrm>
              <a:prstGeom prst="ellipse">
                <a:avLst/>
              </a:prstGeom>
              <a:noFill/>
              <a:ln w="15875">
                <a:gradFill flip="none" rotWithShape="1">
                  <a:gsLst>
                    <a:gs pos="320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  <p:sp>
            <p:nvSpPr>
              <p:cNvPr id="30" name="Скругленный прямоугольник 91"/>
              <p:cNvSpPr/>
              <p:nvPr userDrawn="1"/>
            </p:nvSpPr>
            <p:spPr>
              <a:xfrm>
                <a:off x="4372270" y="1457767"/>
                <a:ext cx="628058" cy="45719"/>
              </a:xfrm>
              <a:prstGeom prst="roundRect">
                <a:avLst/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  <p:sp>
            <p:nvSpPr>
              <p:cNvPr id="31" name="Овал 92"/>
              <p:cNvSpPr/>
              <p:nvPr userDrawn="1"/>
            </p:nvSpPr>
            <p:spPr>
              <a:xfrm flipH="1">
                <a:off x="4159907" y="1451578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  <p:sp>
            <p:nvSpPr>
              <p:cNvPr id="32" name="Овал 93"/>
              <p:cNvSpPr/>
              <p:nvPr userDrawn="1"/>
            </p:nvSpPr>
            <p:spPr>
              <a:xfrm flipH="1">
                <a:off x="4656540" y="1271335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65"/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1509657" y="1204476"/>
              <a:ext cx="2330245" cy="42819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25"/>
            </a:p>
          </p:txBody>
        </p:sp>
      </p:grpSp>
      <p:sp>
        <p:nvSpPr>
          <p:cNvPr id="4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2534848" y="1314270"/>
            <a:ext cx="2207411" cy="4017896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7466564" y="4748816"/>
            <a:ext cx="2207411" cy="4017896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073641" y="1135481"/>
            <a:ext cx="6118359" cy="4587039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0" y="1135481"/>
            <a:ext cx="6118359" cy="4587039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0" y="1"/>
            <a:ext cx="6118359" cy="6858000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4660" y="1910013"/>
            <a:ext cx="3042680" cy="3037974"/>
          </a:xfrm>
          <a:custGeom>
            <a:avLst/>
            <a:gdLst>
              <a:gd name="connsiteX0" fmla="*/ 2605881 w 5211762"/>
              <a:gd name="connsiteY0" fmla="*/ 0 h 5211760"/>
              <a:gd name="connsiteX1" fmla="*/ 5211762 w 5211762"/>
              <a:gd name="connsiteY1" fmla="*/ 2605880 h 5211760"/>
              <a:gd name="connsiteX2" fmla="*/ 2605881 w 5211762"/>
              <a:gd name="connsiteY2" fmla="*/ 5211760 h 5211760"/>
              <a:gd name="connsiteX3" fmla="*/ 0 w 5211762"/>
              <a:gd name="connsiteY3" fmla="*/ 2605880 h 5211760"/>
              <a:gd name="connsiteX4" fmla="*/ 2605881 w 5211762"/>
              <a:gd name="connsiteY4" fmla="*/ 0 h 521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1762" h="5211760">
                <a:moveTo>
                  <a:pt x="2605881" y="0"/>
                </a:moveTo>
                <a:cubicBezTo>
                  <a:pt x="4045069" y="0"/>
                  <a:pt x="5211762" y="1166692"/>
                  <a:pt x="5211762" y="2605880"/>
                </a:cubicBezTo>
                <a:cubicBezTo>
                  <a:pt x="5211762" y="4045068"/>
                  <a:pt x="4045069" y="5211760"/>
                  <a:pt x="2605881" y="5211760"/>
                </a:cubicBezTo>
                <a:cubicBezTo>
                  <a:pt x="1166693" y="5211760"/>
                  <a:pt x="0" y="4045068"/>
                  <a:pt x="0" y="2605880"/>
                </a:cubicBezTo>
                <a:cubicBezTo>
                  <a:pt x="0" y="1166692"/>
                  <a:pt x="1166693" y="0"/>
                  <a:pt x="26058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3298745" y="1"/>
            <a:ext cx="3298745" cy="6858000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720098" y="1003294"/>
            <a:ext cx="5376399" cy="4722364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450628" y="1775088"/>
            <a:ext cx="2675894" cy="1650262"/>
          </a:xfrm>
          <a:custGeom>
            <a:avLst/>
            <a:gdLst>
              <a:gd name="connsiteX0" fmla="*/ 242047 w 4274810"/>
              <a:gd name="connsiteY0" fmla="*/ 0 h 2640419"/>
              <a:gd name="connsiteX1" fmla="*/ 4032763 w 4274810"/>
              <a:gd name="connsiteY1" fmla="*/ 0 h 2640419"/>
              <a:gd name="connsiteX2" fmla="*/ 4274810 w 4274810"/>
              <a:gd name="connsiteY2" fmla="*/ 242047 h 2640419"/>
              <a:gd name="connsiteX3" fmla="*/ 4274810 w 4274810"/>
              <a:gd name="connsiteY3" fmla="*/ 2398372 h 2640419"/>
              <a:gd name="connsiteX4" fmla="*/ 4032763 w 4274810"/>
              <a:gd name="connsiteY4" fmla="*/ 2640419 h 2640419"/>
              <a:gd name="connsiteX5" fmla="*/ 242047 w 4274810"/>
              <a:gd name="connsiteY5" fmla="*/ 2640419 h 2640419"/>
              <a:gd name="connsiteX6" fmla="*/ 0 w 4274810"/>
              <a:gd name="connsiteY6" fmla="*/ 2398372 h 2640419"/>
              <a:gd name="connsiteX7" fmla="*/ 0 w 4274810"/>
              <a:gd name="connsiteY7" fmla="*/ 242047 h 2640419"/>
              <a:gd name="connsiteX8" fmla="*/ 242047 w 4274810"/>
              <a:gd name="connsiteY8" fmla="*/ 0 h 2640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74810" h="2640419">
                <a:moveTo>
                  <a:pt x="242047" y="0"/>
                </a:moveTo>
                <a:lnTo>
                  <a:pt x="4032763" y="0"/>
                </a:lnTo>
                <a:cubicBezTo>
                  <a:pt x="4166442" y="0"/>
                  <a:pt x="4274810" y="108368"/>
                  <a:pt x="4274810" y="242047"/>
                </a:cubicBezTo>
                <a:lnTo>
                  <a:pt x="4274810" y="2398372"/>
                </a:lnTo>
                <a:cubicBezTo>
                  <a:pt x="4274810" y="2532051"/>
                  <a:pt x="4166442" y="2640419"/>
                  <a:pt x="4032763" y="2640419"/>
                </a:cubicBezTo>
                <a:lnTo>
                  <a:pt x="242047" y="2640419"/>
                </a:lnTo>
                <a:cubicBezTo>
                  <a:pt x="108368" y="2640419"/>
                  <a:pt x="0" y="2532051"/>
                  <a:pt x="0" y="2398372"/>
                </a:cubicBezTo>
                <a:lnTo>
                  <a:pt x="0" y="242047"/>
                </a:lnTo>
                <a:cubicBezTo>
                  <a:pt x="0" y="108368"/>
                  <a:pt x="108368" y="0"/>
                  <a:pt x="24204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685800" dist="3810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9320342" y="1775088"/>
            <a:ext cx="2675894" cy="1650262"/>
          </a:xfrm>
          <a:custGeom>
            <a:avLst/>
            <a:gdLst>
              <a:gd name="connsiteX0" fmla="*/ 242047 w 4274810"/>
              <a:gd name="connsiteY0" fmla="*/ 0 h 2640419"/>
              <a:gd name="connsiteX1" fmla="*/ 4032763 w 4274810"/>
              <a:gd name="connsiteY1" fmla="*/ 0 h 2640419"/>
              <a:gd name="connsiteX2" fmla="*/ 4274810 w 4274810"/>
              <a:gd name="connsiteY2" fmla="*/ 242047 h 2640419"/>
              <a:gd name="connsiteX3" fmla="*/ 4274810 w 4274810"/>
              <a:gd name="connsiteY3" fmla="*/ 2398372 h 2640419"/>
              <a:gd name="connsiteX4" fmla="*/ 4032763 w 4274810"/>
              <a:gd name="connsiteY4" fmla="*/ 2640419 h 2640419"/>
              <a:gd name="connsiteX5" fmla="*/ 242047 w 4274810"/>
              <a:gd name="connsiteY5" fmla="*/ 2640419 h 2640419"/>
              <a:gd name="connsiteX6" fmla="*/ 0 w 4274810"/>
              <a:gd name="connsiteY6" fmla="*/ 2398372 h 2640419"/>
              <a:gd name="connsiteX7" fmla="*/ 0 w 4274810"/>
              <a:gd name="connsiteY7" fmla="*/ 242047 h 2640419"/>
              <a:gd name="connsiteX8" fmla="*/ 242047 w 4274810"/>
              <a:gd name="connsiteY8" fmla="*/ 0 h 2640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74810" h="2640419">
                <a:moveTo>
                  <a:pt x="242047" y="0"/>
                </a:moveTo>
                <a:lnTo>
                  <a:pt x="4032763" y="0"/>
                </a:lnTo>
                <a:cubicBezTo>
                  <a:pt x="4166442" y="0"/>
                  <a:pt x="4274810" y="108368"/>
                  <a:pt x="4274810" y="242047"/>
                </a:cubicBezTo>
                <a:lnTo>
                  <a:pt x="4274810" y="2398372"/>
                </a:lnTo>
                <a:cubicBezTo>
                  <a:pt x="4274810" y="2532051"/>
                  <a:pt x="4166442" y="2640419"/>
                  <a:pt x="4032763" y="2640419"/>
                </a:cubicBezTo>
                <a:lnTo>
                  <a:pt x="242047" y="2640419"/>
                </a:lnTo>
                <a:cubicBezTo>
                  <a:pt x="108368" y="2640419"/>
                  <a:pt x="0" y="2532051"/>
                  <a:pt x="0" y="2398372"/>
                </a:cubicBezTo>
                <a:lnTo>
                  <a:pt x="0" y="242047"/>
                </a:lnTo>
                <a:cubicBezTo>
                  <a:pt x="0" y="108368"/>
                  <a:pt x="108368" y="0"/>
                  <a:pt x="24204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685800" dist="3810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6450628" y="3672888"/>
            <a:ext cx="2675894" cy="1650262"/>
          </a:xfrm>
          <a:custGeom>
            <a:avLst/>
            <a:gdLst>
              <a:gd name="connsiteX0" fmla="*/ 242047 w 4274810"/>
              <a:gd name="connsiteY0" fmla="*/ 0 h 2640419"/>
              <a:gd name="connsiteX1" fmla="*/ 4032763 w 4274810"/>
              <a:gd name="connsiteY1" fmla="*/ 0 h 2640419"/>
              <a:gd name="connsiteX2" fmla="*/ 4274810 w 4274810"/>
              <a:gd name="connsiteY2" fmla="*/ 242047 h 2640419"/>
              <a:gd name="connsiteX3" fmla="*/ 4274810 w 4274810"/>
              <a:gd name="connsiteY3" fmla="*/ 2398372 h 2640419"/>
              <a:gd name="connsiteX4" fmla="*/ 4032763 w 4274810"/>
              <a:gd name="connsiteY4" fmla="*/ 2640419 h 2640419"/>
              <a:gd name="connsiteX5" fmla="*/ 242047 w 4274810"/>
              <a:gd name="connsiteY5" fmla="*/ 2640419 h 2640419"/>
              <a:gd name="connsiteX6" fmla="*/ 0 w 4274810"/>
              <a:gd name="connsiteY6" fmla="*/ 2398372 h 2640419"/>
              <a:gd name="connsiteX7" fmla="*/ 0 w 4274810"/>
              <a:gd name="connsiteY7" fmla="*/ 242047 h 2640419"/>
              <a:gd name="connsiteX8" fmla="*/ 242047 w 4274810"/>
              <a:gd name="connsiteY8" fmla="*/ 0 h 2640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74810" h="2640419">
                <a:moveTo>
                  <a:pt x="242047" y="0"/>
                </a:moveTo>
                <a:lnTo>
                  <a:pt x="4032763" y="0"/>
                </a:lnTo>
                <a:cubicBezTo>
                  <a:pt x="4166442" y="0"/>
                  <a:pt x="4274810" y="108368"/>
                  <a:pt x="4274810" y="242047"/>
                </a:cubicBezTo>
                <a:lnTo>
                  <a:pt x="4274810" y="2398372"/>
                </a:lnTo>
                <a:cubicBezTo>
                  <a:pt x="4274810" y="2532051"/>
                  <a:pt x="4166442" y="2640419"/>
                  <a:pt x="4032763" y="2640419"/>
                </a:cubicBezTo>
                <a:lnTo>
                  <a:pt x="242047" y="2640419"/>
                </a:lnTo>
                <a:cubicBezTo>
                  <a:pt x="108368" y="2640419"/>
                  <a:pt x="0" y="2532051"/>
                  <a:pt x="0" y="2398372"/>
                </a:cubicBezTo>
                <a:lnTo>
                  <a:pt x="0" y="242047"/>
                </a:lnTo>
                <a:cubicBezTo>
                  <a:pt x="0" y="108368"/>
                  <a:pt x="108368" y="0"/>
                  <a:pt x="24204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685800" dist="3810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9320342" y="3672888"/>
            <a:ext cx="2675894" cy="1650262"/>
          </a:xfrm>
          <a:custGeom>
            <a:avLst/>
            <a:gdLst>
              <a:gd name="connsiteX0" fmla="*/ 242047 w 4274810"/>
              <a:gd name="connsiteY0" fmla="*/ 0 h 2640419"/>
              <a:gd name="connsiteX1" fmla="*/ 4032763 w 4274810"/>
              <a:gd name="connsiteY1" fmla="*/ 0 h 2640419"/>
              <a:gd name="connsiteX2" fmla="*/ 4274810 w 4274810"/>
              <a:gd name="connsiteY2" fmla="*/ 242047 h 2640419"/>
              <a:gd name="connsiteX3" fmla="*/ 4274810 w 4274810"/>
              <a:gd name="connsiteY3" fmla="*/ 2398372 h 2640419"/>
              <a:gd name="connsiteX4" fmla="*/ 4032763 w 4274810"/>
              <a:gd name="connsiteY4" fmla="*/ 2640419 h 2640419"/>
              <a:gd name="connsiteX5" fmla="*/ 242047 w 4274810"/>
              <a:gd name="connsiteY5" fmla="*/ 2640419 h 2640419"/>
              <a:gd name="connsiteX6" fmla="*/ 0 w 4274810"/>
              <a:gd name="connsiteY6" fmla="*/ 2398372 h 2640419"/>
              <a:gd name="connsiteX7" fmla="*/ 0 w 4274810"/>
              <a:gd name="connsiteY7" fmla="*/ 242047 h 2640419"/>
              <a:gd name="connsiteX8" fmla="*/ 242047 w 4274810"/>
              <a:gd name="connsiteY8" fmla="*/ 0 h 2640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74810" h="2640419">
                <a:moveTo>
                  <a:pt x="242047" y="0"/>
                </a:moveTo>
                <a:lnTo>
                  <a:pt x="4032763" y="0"/>
                </a:lnTo>
                <a:cubicBezTo>
                  <a:pt x="4166442" y="0"/>
                  <a:pt x="4274810" y="108368"/>
                  <a:pt x="4274810" y="242047"/>
                </a:cubicBezTo>
                <a:lnTo>
                  <a:pt x="4274810" y="2398372"/>
                </a:lnTo>
                <a:cubicBezTo>
                  <a:pt x="4274810" y="2532051"/>
                  <a:pt x="4166442" y="2640419"/>
                  <a:pt x="4032763" y="2640419"/>
                </a:cubicBezTo>
                <a:lnTo>
                  <a:pt x="242047" y="2640419"/>
                </a:lnTo>
                <a:cubicBezTo>
                  <a:pt x="108368" y="2640419"/>
                  <a:pt x="0" y="2532051"/>
                  <a:pt x="0" y="2398372"/>
                </a:cubicBezTo>
                <a:lnTo>
                  <a:pt x="0" y="242047"/>
                </a:lnTo>
                <a:cubicBezTo>
                  <a:pt x="0" y="108368"/>
                  <a:pt x="108368" y="0"/>
                  <a:pt x="24204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685800" dist="3810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564614" y="2131705"/>
            <a:ext cx="2786611" cy="2782303"/>
          </a:xfrm>
          <a:custGeom>
            <a:avLst/>
            <a:gdLst>
              <a:gd name="connsiteX0" fmla="*/ 2225842 w 4451684"/>
              <a:gd name="connsiteY0" fmla="*/ 0 h 4451684"/>
              <a:gd name="connsiteX1" fmla="*/ 4451684 w 4451684"/>
              <a:gd name="connsiteY1" fmla="*/ 2225842 h 4451684"/>
              <a:gd name="connsiteX2" fmla="*/ 2225842 w 4451684"/>
              <a:gd name="connsiteY2" fmla="*/ 4451684 h 4451684"/>
              <a:gd name="connsiteX3" fmla="*/ 0 w 4451684"/>
              <a:gd name="connsiteY3" fmla="*/ 2225842 h 4451684"/>
              <a:gd name="connsiteX4" fmla="*/ 2225842 w 4451684"/>
              <a:gd name="connsiteY4" fmla="*/ 0 h 445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684" h="4451684">
                <a:moveTo>
                  <a:pt x="2225842" y="0"/>
                </a:moveTo>
                <a:cubicBezTo>
                  <a:pt x="3455141" y="0"/>
                  <a:pt x="4451684" y="996543"/>
                  <a:pt x="4451684" y="2225842"/>
                </a:cubicBezTo>
                <a:cubicBezTo>
                  <a:pt x="4451684" y="3455141"/>
                  <a:pt x="3455141" y="4451684"/>
                  <a:pt x="2225842" y="4451684"/>
                </a:cubicBezTo>
                <a:cubicBezTo>
                  <a:pt x="996543" y="4451684"/>
                  <a:pt x="0" y="3455141"/>
                  <a:pt x="0" y="2225842"/>
                </a:cubicBezTo>
                <a:cubicBezTo>
                  <a:pt x="0" y="996543"/>
                  <a:pt x="996543" y="0"/>
                  <a:pt x="22258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5618448" y="1660663"/>
            <a:ext cx="595940" cy="595019"/>
          </a:xfrm>
          <a:custGeom>
            <a:avLst/>
            <a:gdLst>
              <a:gd name="connsiteX0" fmla="*/ 2225842 w 4451684"/>
              <a:gd name="connsiteY0" fmla="*/ 0 h 4451684"/>
              <a:gd name="connsiteX1" fmla="*/ 4451684 w 4451684"/>
              <a:gd name="connsiteY1" fmla="*/ 2225842 h 4451684"/>
              <a:gd name="connsiteX2" fmla="*/ 2225842 w 4451684"/>
              <a:gd name="connsiteY2" fmla="*/ 4451684 h 4451684"/>
              <a:gd name="connsiteX3" fmla="*/ 0 w 4451684"/>
              <a:gd name="connsiteY3" fmla="*/ 2225842 h 4451684"/>
              <a:gd name="connsiteX4" fmla="*/ 2225842 w 4451684"/>
              <a:gd name="connsiteY4" fmla="*/ 0 h 445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684" h="4451684">
                <a:moveTo>
                  <a:pt x="2225842" y="0"/>
                </a:moveTo>
                <a:cubicBezTo>
                  <a:pt x="3455141" y="0"/>
                  <a:pt x="4451684" y="996543"/>
                  <a:pt x="4451684" y="2225842"/>
                </a:cubicBezTo>
                <a:cubicBezTo>
                  <a:pt x="4451684" y="3455141"/>
                  <a:pt x="3455141" y="4451684"/>
                  <a:pt x="2225842" y="4451684"/>
                </a:cubicBezTo>
                <a:cubicBezTo>
                  <a:pt x="996543" y="4451684"/>
                  <a:pt x="0" y="3455141"/>
                  <a:pt x="0" y="2225842"/>
                </a:cubicBezTo>
                <a:cubicBezTo>
                  <a:pt x="0" y="996543"/>
                  <a:pt x="996543" y="0"/>
                  <a:pt x="22258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69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618448" y="2641214"/>
            <a:ext cx="595940" cy="595019"/>
          </a:xfrm>
          <a:custGeom>
            <a:avLst/>
            <a:gdLst>
              <a:gd name="connsiteX0" fmla="*/ 2225842 w 4451684"/>
              <a:gd name="connsiteY0" fmla="*/ 0 h 4451684"/>
              <a:gd name="connsiteX1" fmla="*/ 4451684 w 4451684"/>
              <a:gd name="connsiteY1" fmla="*/ 2225842 h 4451684"/>
              <a:gd name="connsiteX2" fmla="*/ 2225842 w 4451684"/>
              <a:gd name="connsiteY2" fmla="*/ 4451684 h 4451684"/>
              <a:gd name="connsiteX3" fmla="*/ 0 w 4451684"/>
              <a:gd name="connsiteY3" fmla="*/ 2225842 h 4451684"/>
              <a:gd name="connsiteX4" fmla="*/ 2225842 w 4451684"/>
              <a:gd name="connsiteY4" fmla="*/ 0 h 445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684" h="4451684">
                <a:moveTo>
                  <a:pt x="2225842" y="0"/>
                </a:moveTo>
                <a:cubicBezTo>
                  <a:pt x="3455141" y="0"/>
                  <a:pt x="4451684" y="996543"/>
                  <a:pt x="4451684" y="2225842"/>
                </a:cubicBezTo>
                <a:cubicBezTo>
                  <a:pt x="4451684" y="3455141"/>
                  <a:pt x="3455141" y="4451684"/>
                  <a:pt x="2225842" y="4451684"/>
                </a:cubicBezTo>
                <a:cubicBezTo>
                  <a:pt x="996543" y="4451684"/>
                  <a:pt x="0" y="3455141"/>
                  <a:pt x="0" y="2225842"/>
                </a:cubicBezTo>
                <a:cubicBezTo>
                  <a:pt x="0" y="996543"/>
                  <a:pt x="996543" y="0"/>
                  <a:pt x="22258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69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5618448" y="3621767"/>
            <a:ext cx="595940" cy="595019"/>
          </a:xfrm>
          <a:custGeom>
            <a:avLst/>
            <a:gdLst>
              <a:gd name="connsiteX0" fmla="*/ 2225842 w 4451684"/>
              <a:gd name="connsiteY0" fmla="*/ 0 h 4451684"/>
              <a:gd name="connsiteX1" fmla="*/ 4451684 w 4451684"/>
              <a:gd name="connsiteY1" fmla="*/ 2225842 h 4451684"/>
              <a:gd name="connsiteX2" fmla="*/ 2225842 w 4451684"/>
              <a:gd name="connsiteY2" fmla="*/ 4451684 h 4451684"/>
              <a:gd name="connsiteX3" fmla="*/ 0 w 4451684"/>
              <a:gd name="connsiteY3" fmla="*/ 2225842 h 4451684"/>
              <a:gd name="connsiteX4" fmla="*/ 2225842 w 4451684"/>
              <a:gd name="connsiteY4" fmla="*/ 0 h 445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684" h="4451684">
                <a:moveTo>
                  <a:pt x="2225842" y="0"/>
                </a:moveTo>
                <a:cubicBezTo>
                  <a:pt x="3455141" y="0"/>
                  <a:pt x="4451684" y="996543"/>
                  <a:pt x="4451684" y="2225842"/>
                </a:cubicBezTo>
                <a:cubicBezTo>
                  <a:pt x="4451684" y="3455141"/>
                  <a:pt x="3455141" y="4451684"/>
                  <a:pt x="2225842" y="4451684"/>
                </a:cubicBezTo>
                <a:cubicBezTo>
                  <a:pt x="996543" y="4451684"/>
                  <a:pt x="0" y="3455141"/>
                  <a:pt x="0" y="2225842"/>
                </a:cubicBezTo>
                <a:cubicBezTo>
                  <a:pt x="0" y="996543"/>
                  <a:pt x="996543" y="0"/>
                  <a:pt x="22258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69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5618448" y="4602317"/>
            <a:ext cx="595940" cy="595019"/>
          </a:xfrm>
          <a:custGeom>
            <a:avLst/>
            <a:gdLst>
              <a:gd name="connsiteX0" fmla="*/ 2225842 w 4451684"/>
              <a:gd name="connsiteY0" fmla="*/ 0 h 4451684"/>
              <a:gd name="connsiteX1" fmla="*/ 4451684 w 4451684"/>
              <a:gd name="connsiteY1" fmla="*/ 2225842 h 4451684"/>
              <a:gd name="connsiteX2" fmla="*/ 2225842 w 4451684"/>
              <a:gd name="connsiteY2" fmla="*/ 4451684 h 4451684"/>
              <a:gd name="connsiteX3" fmla="*/ 0 w 4451684"/>
              <a:gd name="connsiteY3" fmla="*/ 2225842 h 4451684"/>
              <a:gd name="connsiteX4" fmla="*/ 2225842 w 4451684"/>
              <a:gd name="connsiteY4" fmla="*/ 0 h 445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684" h="4451684">
                <a:moveTo>
                  <a:pt x="2225842" y="0"/>
                </a:moveTo>
                <a:cubicBezTo>
                  <a:pt x="3455141" y="0"/>
                  <a:pt x="4451684" y="996543"/>
                  <a:pt x="4451684" y="2225842"/>
                </a:cubicBezTo>
                <a:cubicBezTo>
                  <a:pt x="4451684" y="3455141"/>
                  <a:pt x="3455141" y="4451684"/>
                  <a:pt x="2225842" y="4451684"/>
                </a:cubicBezTo>
                <a:cubicBezTo>
                  <a:pt x="996543" y="4451684"/>
                  <a:pt x="0" y="3455141"/>
                  <a:pt x="0" y="2225842"/>
                </a:cubicBezTo>
                <a:cubicBezTo>
                  <a:pt x="0" y="996543"/>
                  <a:pt x="996543" y="0"/>
                  <a:pt x="22258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69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708945" y="3361531"/>
            <a:ext cx="1393790" cy="1920141"/>
          </a:xfrm>
          <a:custGeom>
            <a:avLst/>
            <a:gdLst>
              <a:gd name="connsiteX0" fmla="*/ 136825 w 1992496"/>
              <a:gd name="connsiteY0" fmla="*/ 0 h 2795541"/>
              <a:gd name="connsiteX1" fmla="*/ 1992496 w 1992496"/>
              <a:gd name="connsiteY1" fmla="*/ 0 h 2795541"/>
              <a:gd name="connsiteX2" fmla="*/ 1992496 w 1992496"/>
              <a:gd name="connsiteY2" fmla="*/ 2795541 h 2795541"/>
              <a:gd name="connsiteX3" fmla="*/ 136825 w 1992496"/>
              <a:gd name="connsiteY3" fmla="*/ 2795541 h 2795541"/>
              <a:gd name="connsiteX4" fmla="*/ 0 w 1992496"/>
              <a:gd name="connsiteY4" fmla="*/ 2658716 h 2795541"/>
              <a:gd name="connsiteX5" fmla="*/ 0 w 1992496"/>
              <a:gd name="connsiteY5" fmla="*/ 136825 h 2795541"/>
              <a:gd name="connsiteX6" fmla="*/ 136825 w 1992496"/>
              <a:gd name="connsiteY6" fmla="*/ 0 h 279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92496" h="2795541">
                <a:moveTo>
                  <a:pt x="136825" y="0"/>
                </a:moveTo>
                <a:lnTo>
                  <a:pt x="1992496" y="0"/>
                </a:lnTo>
                <a:lnTo>
                  <a:pt x="1992496" y="2795541"/>
                </a:lnTo>
                <a:lnTo>
                  <a:pt x="136825" y="2795541"/>
                </a:lnTo>
                <a:cubicBezTo>
                  <a:pt x="61259" y="2795541"/>
                  <a:pt x="0" y="2734282"/>
                  <a:pt x="0" y="2658716"/>
                </a:cubicBezTo>
                <a:lnTo>
                  <a:pt x="0" y="136825"/>
                </a:lnTo>
                <a:cubicBezTo>
                  <a:pt x="0" y="61259"/>
                  <a:pt x="61259" y="0"/>
                  <a:pt x="1368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689901" y="1894974"/>
            <a:ext cx="2812201" cy="1744579"/>
          </a:xfrm>
          <a:custGeom>
            <a:avLst/>
            <a:gdLst>
              <a:gd name="connsiteX0" fmla="*/ 102637 w 4492565"/>
              <a:gd name="connsiteY0" fmla="*/ 0 h 2791326"/>
              <a:gd name="connsiteX1" fmla="*/ 4389928 w 4492565"/>
              <a:gd name="connsiteY1" fmla="*/ 0 h 2791326"/>
              <a:gd name="connsiteX2" fmla="*/ 4492565 w 4492565"/>
              <a:gd name="connsiteY2" fmla="*/ 102637 h 2791326"/>
              <a:gd name="connsiteX3" fmla="*/ 4492565 w 4492565"/>
              <a:gd name="connsiteY3" fmla="*/ 2791326 h 2791326"/>
              <a:gd name="connsiteX4" fmla="*/ 0 w 4492565"/>
              <a:gd name="connsiteY4" fmla="*/ 2791326 h 2791326"/>
              <a:gd name="connsiteX5" fmla="*/ 0 w 4492565"/>
              <a:gd name="connsiteY5" fmla="*/ 102637 h 2791326"/>
              <a:gd name="connsiteX6" fmla="*/ 102637 w 4492565"/>
              <a:gd name="connsiteY6" fmla="*/ 0 h 2791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2565" h="2791326">
                <a:moveTo>
                  <a:pt x="102637" y="0"/>
                </a:moveTo>
                <a:lnTo>
                  <a:pt x="4389928" y="0"/>
                </a:lnTo>
                <a:cubicBezTo>
                  <a:pt x="4446613" y="0"/>
                  <a:pt x="4492565" y="45952"/>
                  <a:pt x="4492565" y="102637"/>
                </a:cubicBezTo>
                <a:lnTo>
                  <a:pt x="4492565" y="2791326"/>
                </a:lnTo>
                <a:lnTo>
                  <a:pt x="0" y="2791326"/>
                </a:lnTo>
                <a:lnTo>
                  <a:pt x="0" y="102637"/>
                </a:lnTo>
                <a:cubicBezTo>
                  <a:pt x="0" y="45952"/>
                  <a:pt x="45952" y="0"/>
                  <a:pt x="1026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7772473" y="1894974"/>
            <a:ext cx="2812201" cy="1744579"/>
          </a:xfrm>
          <a:custGeom>
            <a:avLst/>
            <a:gdLst>
              <a:gd name="connsiteX0" fmla="*/ 102637 w 4492565"/>
              <a:gd name="connsiteY0" fmla="*/ 0 h 2791326"/>
              <a:gd name="connsiteX1" fmla="*/ 4389928 w 4492565"/>
              <a:gd name="connsiteY1" fmla="*/ 0 h 2791326"/>
              <a:gd name="connsiteX2" fmla="*/ 4492565 w 4492565"/>
              <a:gd name="connsiteY2" fmla="*/ 102637 h 2791326"/>
              <a:gd name="connsiteX3" fmla="*/ 4492565 w 4492565"/>
              <a:gd name="connsiteY3" fmla="*/ 2791326 h 2791326"/>
              <a:gd name="connsiteX4" fmla="*/ 0 w 4492565"/>
              <a:gd name="connsiteY4" fmla="*/ 2791326 h 2791326"/>
              <a:gd name="connsiteX5" fmla="*/ 0 w 4492565"/>
              <a:gd name="connsiteY5" fmla="*/ 102637 h 2791326"/>
              <a:gd name="connsiteX6" fmla="*/ 102637 w 4492565"/>
              <a:gd name="connsiteY6" fmla="*/ 0 h 2791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2565" h="2791326">
                <a:moveTo>
                  <a:pt x="102637" y="0"/>
                </a:moveTo>
                <a:lnTo>
                  <a:pt x="4389928" y="0"/>
                </a:lnTo>
                <a:cubicBezTo>
                  <a:pt x="4446613" y="0"/>
                  <a:pt x="4492565" y="45952"/>
                  <a:pt x="4492565" y="102637"/>
                </a:cubicBezTo>
                <a:lnTo>
                  <a:pt x="4492565" y="2791326"/>
                </a:lnTo>
                <a:lnTo>
                  <a:pt x="0" y="2791326"/>
                </a:lnTo>
                <a:lnTo>
                  <a:pt x="0" y="102637"/>
                </a:lnTo>
                <a:cubicBezTo>
                  <a:pt x="0" y="45952"/>
                  <a:pt x="45952" y="0"/>
                  <a:pt x="1026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 nodePh="1">
                                  <p:stCondLst>
                                    <p:cond delay="12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/>
          <p:cNvSpPr>
            <a:spLocks noGrp="1"/>
          </p:cNvSpPr>
          <p:nvPr>
            <p:ph type="pic" sz="quarter" idx="20"/>
          </p:nvPr>
        </p:nvSpPr>
        <p:spPr>
          <a:xfrm rot="2400000">
            <a:off x="8278014" y="-148898"/>
            <a:ext cx="3810879" cy="2666975"/>
          </a:xfrm>
          <a:prstGeom prst="rect">
            <a:avLst/>
          </a:prstGeom>
          <a:solidFill>
            <a:schemeClr val="bg1">
              <a:lumMod val="95000"/>
            </a:schemeClr>
          </a:solidFill>
          <a:ln w="130175">
            <a:solidFill>
              <a:schemeClr val="bg1"/>
            </a:solidFill>
            <a:miter lim="800000"/>
          </a:ln>
          <a:effectLst>
            <a:outerShdw blurRad="1270000" dist="1905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13"/>
          <p:cNvSpPr>
            <a:spLocks noGrp="1"/>
          </p:cNvSpPr>
          <p:nvPr>
            <p:ph type="pic" sz="quarter" idx="19"/>
          </p:nvPr>
        </p:nvSpPr>
        <p:spPr>
          <a:xfrm rot="1200000">
            <a:off x="6898746" y="1612594"/>
            <a:ext cx="3810879" cy="2666975"/>
          </a:xfrm>
          <a:prstGeom prst="rect">
            <a:avLst/>
          </a:prstGeom>
          <a:solidFill>
            <a:schemeClr val="bg1">
              <a:lumMod val="95000"/>
            </a:schemeClr>
          </a:solidFill>
          <a:ln w="130175">
            <a:solidFill>
              <a:schemeClr val="bg1"/>
            </a:solidFill>
            <a:miter lim="800000"/>
          </a:ln>
          <a:effectLst>
            <a:outerShdw blurRad="1270000" dist="1905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6940442" y="3054108"/>
            <a:ext cx="3810879" cy="2666975"/>
          </a:xfrm>
          <a:prstGeom prst="rect">
            <a:avLst/>
          </a:prstGeom>
          <a:solidFill>
            <a:schemeClr val="bg1">
              <a:lumMod val="95000"/>
            </a:schemeClr>
          </a:solidFill>
          <a:ln w="130175">
            <a:solidFill>
              <a:schemeClr val="bg1"/>
            </a:solidFill>
            <a:miter lim="800000"/>
          </a:ln>
          <a:effectLst>
            <a:outerShdw blurRad="1270000" dist="1905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13"/>
          <p:cNvSpPr>
            <a:spLocks noGrp="1"/>
          </p:cNvSpPr>
          <p:nvPr>
            <p:ph type="pic" sz="quarter" idx="21"/>
          </p:nvPr>
        </p:nvSpPr>
        <p:spPr>
          <a:xfrm rot="-2400000">
            <a:off x="8308719" y="4339923"/>
            <a:ext cx="3810879" cy="2666975"/>
          </a:xfrm>
          <a:prstGeom prst="rect">
            <a:avLst/>
          </a:prstGeom>
          <a:solidFill>
            <a:schemeClr val="bg1">
              <a:lumMod val="95000"/>
            </a:schemeClr>
          </a:solidFill>
          <a:ln w="130175">
            <a:solidFill>
              <a:schemeClr val="bg1"/>
            </a:solidFill>
            <a:miter lim="800000"/>
          </a:ln>
          <a:effectLst>
            <a:outerShdw blurRad="1270000" dist="1905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6" grpId="0" animBg="1"/>
      <p:bldP spid="9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7742204" y="2690813"/>
            <a:ext cx="1776779" cy="1774031"/>
          </a:xfrm>
          <a:custGeom>
            <a:avLst/>
            <a:gdLst>
              <a:gd name="connsiteX0" fmla="*/ 2225842 w 4451684"/>
              <a:gd name="connsiteY0" fmla="*/ 0 h 4451684"/>
              <a:gd name="connsiteX1" fmla="*/ 4451684 w 4451684"/>
              <a:gd name="connsiteY1" fmla="*/ 2225842 h 4451684"/>
              <a:gd name="connsiteX2" fmla="*/ 2225842 w 4451684"/>
              <a:gd name="connsiteY2" fmla="*/ 4451684 h 4451684"/>
              <a:gd name="connsiteX3" fmla="*/ 0 w 4451684"/>
              <a:gd name="connsiteY3" fmla="*/ 2225842 h 4451684"/>
              <a:gd name="connsiteX4" fmla="*/ 2225842 w 4451684"/>
              <a:gd name="connsiteY4" fmla="*/ 0 h 445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684" h="4451684">
                <a:moveTo>
                  <a:pt x="2225842" y="0"/>
                </a:moveTo>
                <a:cubicBezTo>
                  <a:pt x="3455141" y="0"/>
                  <a:pt x="4451684" y="996543"/>
                  <a:pt x="4451684" y="2225842"/>
                </a:cubicBezTo>
                <a:cubicBezTo>
                  <a:pt x="4451684" y="3455141"/>
                  <a:pt x="3455141" y="4451684"/>
                  <a:pt x="2225842" y="4451684"/>
                </a:cubicBezTo>
                <a:cubicBezTo>
                  <a:pt x="996543" y="4451684"/>
                  <a:pt x="0" y="3455141"/>
                  <a:pt x="0" y="2225842"/>
                </a:cubicBezTo>
                <a:cubicBezTo>
                  <a:pt x="0" y="996543"/>
                  <a:pt x="996543" y="0"/>
                  <a:pt x="22258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0325">
            <a:solidFill>
              <a:schemeClr val="bg1"/>
            </a:solidFill>
          </a:ln>
          <a:effectLst>
            <a:outerShdw blurRad="1270000" sx="90000" sy="90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9897638" y="1706476"/>
            <a:ext cx="911056" cy="909648"/>
          </a:xfrm>
          <a:custGeom>
            <a:avLst/>
            <a:gdLst>
              <a:gd name="connsiteX0" fmla="*/ 2225842 w 4451684"/>
              <a:gd name="connsiteY0" fmla="*/ 0 h 4451684"/>
              <a:gd name="connsiteX1" fmla="*/ 4451684 w 4451684"/>
              <a:gd name="connsiteY1" fmla="*/ 2225842 h 4451684"/>
              <a:gd name="connsiteX2" fmla="*/ 2225842 w 4451684"/>
              <a:gd name="connsiteY2" fmla="*/ 4451684 h 4451684"/>
              <a:gd name="connsiteX3" fmla="*/ 0 w 4451684"/>
              <a:gd name="connsiteY3" fmla="*/ 2225842 h 4451684"/>
              <a:gd name="connsiteX4" fmla="*/ 2225842 w 4451684"/>
              <a:gd name="connsiteY4" fmla="*/ 0 h 445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684" h="4451684">
                <a:moveTo>
                  <a:pt x="2225842" y="0"/>
                </a:moveTo>
                <a:cubicBezTo>
                  <a:pt x="3455141" y="0"/>
                  <a:pt x="4451684" y="996543"/>
                  <a:pt x="4451684" y="2225842"/>
                </a:cubicBezTo>
                <a:cubicBezTo>
                  <a:pt x="4451684" y="3455141"/>
                  <a:pt x="3455141" y="4451684"/>
                  <a:pt x="2225842" y="4451684"/>
                </a:cubicBezTo>
                <a:cubicBezTo>
                  <a:pt x="996543" y="4451684"/>
                  <a:pt x="0" y="3455141"/>
                  <a:pt x="0" y="2225842"/>
                </a:cubicBezTo>
                <a:cubicBezTo>
                  <a:pt x="0" y="996543"/>
                  <a:pt x="996543" y="0"/>
                  <a:pt x="22258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0325">
            <a:solidFill>
              <a:schemeClr val="bg1"/>
            </a:solidFill>
          </a:ln>
          <a:effectLst>
            <a:outerShdw blurRad="1270000" sx="90000" sy="90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56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18515" y="927534"/>
            <a:ext cx="911056" cy="909648"/>
          </a:xfrm>
          <a:custGeom>
            <a:avLst/>
            <a:gdLst>
              <a:gd name="connsiteX0" fmla="*/ 2225842 w 4451684"/>
              <a:gd name="connsiteY0" fmla="*/ 0 h 4451684"/>
              <a:gd name="connsiteX1" fmla="*/ 4451684 w 4451684"/>
              <a:gd name="connsiteY1" fmla="*/ 2225842 h 4451684"/>
              <a:gd name="connsiteX2" fmla="*/ 2225842 w 4451684"/>
              <a:gd name="connsiteY2" fmla="*/ 4451684 h 4451684"/>
              <a:gd name="connsiteX3" fmla="*/ 0 w 4451684"/>
              <a:gd name="connsiteY3" fmla="*/ 2225842 h 4451684"/>
              <a:gd name="connsiteX4" fmla="*/ 2225842 w 4451684"/>
              <a:gd name="connsiteY4" fmla="*/ 0 h 445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684" h="4451684">
                <a:moveTo>
                  <a:pt x="2225842" y="0"/>
                </a:moveTo>
                <a:cubicBezTo>
                  <a:pt x="3455141" y="0"/>
                  <a:pt x="4451684" y="996543"/>
                  <a:pt x="4451684" y="2225842"/>
                </a:cubicBezTo>
                <a:cubicBezTo>
                  <a:pt x="4451684" y="3455141"/>
                  <a:pt x="3455141" y="4451684"/>
                  <a:pt x="2225842" y="4451684"/>
                </a:cubicBezTo>
                <a:cubicBezTo>
                  <a:pt x="996543" y="4451684"/>
                  <a:pt x="0" y="3455141"/>
                  <a:pt x="0" y="2225842"/>
                </a:cubicBezTo>
                <a:cubicBezTo>
                  <a:pt x="0" y="996543"/>
                  <a:pt x="996543" y="0"/>
                  <a:pt x="22258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0325">
            <a:solidFill>
              <a:schemeClr val="bg1"/>
            </a:solidFill>
          </a:ln>
          <a:effectLst>
            <a:outerShdw blurRad="1270000" sx="90000" sy="90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56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415857" y="1885212"/>
            <a:ext cx="911056" cy="909648"/>
          </a:xfrm>
          <a:custGeom>
            <a:avLst/>
            <a:gdLst>
              <a:gd name="connsiteX0" fmla="*/ 2225842 w 4451684"/>
              <a:gd name="connsiteY0" fmla="*/ 0 h 4451684"/>
              <a:gd name="connsiteX1" fmla="*/ 4451684 w 4451684"/>
              <a:gd name="connsiteY1" fmla="*/ 2225842 h 4451684"/>
              <a:gd name="connsiteX2" fmla="*/ 2225842 w 4451684"/>
              <a:gd name="connsiteY2" fmla="*/ 4451684 h 4451684"/>
              <a:gd name="connsiteX3" fmla="*/ 0 w 4451684"/>
              <a:gd name="connsiteY3" fmla="*/ 2225842 h 4451684"/>
              <a:gd name="connsiteX4" fmla="*/ 2225842 w 4451684"/>
              <a:gd name="connsiteY4" fmla="*/ 0 h 445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684" h="4451684">
                <a:moveTo>
                  <a:pt x="2225842" y="0"/>
                </a:moveTo>
                <a:cubicBezTo>
                  <a:pt x="3455141" y="0"/>
                  <a:pt x="4451684" y="996543"/>
                  <a:pt x="4451684" y="2225842"/>
                </a:cubicBezTo>
                <a:cubicBezTo>
                  <a:pt x="4451684" y="3455141"/>
                  <a:pt x="3455141" y="4451684"/>
                  <a:pt x="2225842" y="4451684"/>
                </a:cubicBezTo>
                <a:cubicBezTo>
                  <a:pt x="996543" y="4451684"/>
                  <a:pt x="0" y="3455141"/>
                  <a:pt x="0" y="2225842"/>
                </a:cubicBezTo>
                <a:cubicBezTo>
                  <a:pt x="0" y="996543"/>
                  <a:pt x="996543" y="0"/>
                  <a:pt x="22258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0325">
            <a:solidFill>
              <a:schemeClr val="bg1"/>
            </a:solidFill>
          </a:ln>
          <a:effectLst>
            <a:outerShdw blurRad="1270000" sx="90000" sy="90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56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6677813" y="4829454"/>
            <a:ext cx="911056" cy="909648"/>
          </a:xfrm>
          <a:custGeom>
            <a:avLst/>
            <a:gdLst>
              <a:gd name="connsiteX0" fmla="*/ 2225842 w 4451684"/>
              <a:gd name="connsiteY0" fmla="*/ 0 h 4451684"/>
              <a:gd name="connsiteX1" fmla="*/ 4451684 w 4451684"/>
              <a:gd name="connsiteY1" fmla="*/ 2225842 h 4451684"/>
              <a:gd name="connsiteX2" fmla="*/ 2225842 w 4451684"/>
              <a:gd name="connsiteY2" fmla="*/ 4451684 h 4451684"/>
              <a:gd name="connsiteX3" fmla="*/ 0 w 4451684"/>
              <a:gd name="connsiteY3" fmla="*/ 2225842 h 4451684"/>
              <a:gd name="connsiteX4" fmla="*/ 2225842 w 4451684"/>
              <a:gd name="connsiteY4" fmla="*/ 0 h 445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684" h="4451684">
                <a:moveTo>
                  <a:pt x="2225842" y="0"/>
                </a:moveTo>
                <a:cubicBezTo>
                  <a:pt x="3455141" y="0"/>
                  <a:pt x="4451684" y="996543"/>
                  <a:pt x="4451684" y="2225842"/>
                </a:cubicBezTo>
                <a:cubicBezTo>
                  <a:pt x="4451684" y="3455141"/>
                  <a:pt x="3455141" y="4451684"/>
                  <a:pt x="2225842" y="4451684"/>
                </a:cubicBezTo>
                <a:cubicBezTo>
                  <a:pt x="996543" y="4451684"/>
                  <a:pt x="0" y="3455141"/>
                  <a:pt x="0" y="2225842"/>
                </a:cubicBezTo>
                <a:cubicBezTo>
                  <a:pt x="0" y="996543"/>
                  <a:pt x="996543" y="0"/>
                  <a:pt x="22258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0325">
            <a:solidFill>
              <a:schemeClr val="bg1"/>
            </a:solidFill>
          </a:ln>
          <a:effectLst>
            <a:outerShdw blurRad="1270000" sx="90000" sy="90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56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9897638" y="4779127"/>
            <a:ext cx="911056" cy="909648"/>
          </a:xfrm>
          <a:custGeom>
            <a:avLst/>
            <a:gdLst>
              <a:gd name="connsiteX0" fmla="*/ 2225842 w 4451684"/>
              <a:gd name="connsiteY0" fmla="*/ 0 h 4451684"/>
              <a:gd name="connsiteX1" fmla="*/ 4451684 w 4451684"/>
              <a:gd name="connsiteY1" fmla="*/ 2225842 h 4451684"/>
              <a:gd name="connsiteX2" fmla="*/ 2225842 w 4451684"/>
              <a:gd name="connsiteY2" fmla="*/ 4451684 h 4451684"/>
              <a:gd name="connsiteX3" fmla="*/ 0 w 4451684"/>
              <a:gd name="connsiteY3" fmla="*/ 2225842 h 4451684"/>
              <a:gd name="connsiteX4" fmla="*/ 2225842 w 4451684"/>
              <a:gd name="connsiteY4" fmla="*/ 0 h 445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684" h="4451684">
                <a:moveTo>
                  <a:pt x="2225842" y="0"/>
                </a:moveTo>
                <a:cubicBezTo>
                  <a:pt x="3455141" y="0"/>
                  <a:pt x="4451684" y="996543"/>
                  <a:pt x="4451684" y="2225842"/>
                </a:cubicBezTo>
                <a:cubicBezTo>
                  <a:pt x="4451684" y="3455141"/>
                  <a:pt x="3455141" y="4451684"/>
                  <a:pt x="2225842" y="4451684"/>
                </a:cubicBezTo>
                <a:cubicBezTo>
                  <a:pt x="996543" y="4451684"/>
                  <a:pt x="0" y="3455141"/>
                  <a:pt x="0" y="2225842"/>
                </a:cubicBezTo>
                <a:cubicBezTo>
                  <a:pt x="0" y="996543"/>
                  <a:pt x="996543" y="0"/>
                  <a:pt x="22258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0325">
            <a:solidFill>
              <a:schemeClr val="bg1"/>
            </a:solidFill>
          </a:ln>
          <a:effectLst>
            <a:outerShdw blurRad="1270000" sx="90000" sy="90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56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0" y="2036885"/>
            <a:ext cx="12192000" cy="3472962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1078203" y="811161"/>
            <a:ext cx="4597544" cy="6046839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3384352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9144000" y="0"/>
            <a:ext cx="3048000" cy="6858000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203200" algn="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6096001" y="0"/>
            <a:ext cx="3048000" cy="6858000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203200" algn="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048001" y="0"/>
            <a:ext cx="3048000" cy="6858000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203200" algn="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3048000" cy="6858000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203200" algn="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7" grpId="0" animBg="1"/>
      <p:bldP spid="6" grpId="0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773172" y="-1922856"/>
            <a:ext cx="4645659" cy="4638476"/>
          </a:xfrm>
          <a:custGeom>
            <a:avLst/>
            <a:gdLst>
              <a:gd name="connsiteX0" fmla="*/ 3710776 w 7421561"/>
              <a:gd name="connsiteY0" fmla="*/ 1035240 h 7421562"/>
              <a:gd name="connsiteX1" fmla="*/ 1035235 w 7421561"/>
              <a:gd name="connsiteY1" fmla="*/ 3710777 h 7421562"/>
              <a:gd name="connsiteX2" fmla="*/ 3710776 w 7421561"/>
              <a:gd name="connsiteY2" fmla="*/ 6386314 h 7421562"/>
              <a:gd name="connsiteX3" fmla="*/ 6386317 w 7421561"/>
              <a:gd name="connsiteY3" fmla="*/ 3710777 h 7421562"/>
              <a:gd name="connsiteX4" fmla="*/ 3710776 w 7421561"/>
              <a:gd name="connsiteY4" fmla="*/ 1035240 h 7421562"/>
              <a:gd name="connsiteX5" fmla="*/ 3710780 w 7421561"/>
              <a:gd name="connsiteY5" fmla="*/ 0 h 7421562"/>
              <a:gd name="connsiteX6" fmla="*/ 7421561 w 7421561"/>
              <a:gd name="connsiteY6" fmla="*/ 3710781 h 7421562"/>
              <a:gd name="connsiteX7" fmla="*/ 3710780 w 7421561"/>
              <a:gd name="connsiteY7" fmla="*/ 7421562 h 7421562"/>
              <a:gd name="connsiteX8" fmla="*/ 0 w 7421561"/>
              <a:gd name="connsiteY8" fmla="*/ 3710781 h 7421562"/>
              <a:gd name="connsiteX9" fmla="*/ 3710780 w 7421561"/>
              <a:gd name="connsiteY9" fmla="*/ 0 h 7421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421561" h="7421562">
                <a:moveTo>
                  <a:pt x="3710776" y="1035240"/>
                </a:moveTo>
                <a:cubicBezTo>
                  <a:pt x="2233117" y="1035240"/>
                  <a:pt x="1035235" y="2233118"/>
                  <a:pt x="1035235" y="3710777"/>
                </a:cubicBezTo>
                <a:cubicBezTo>
                  <a:pt x="1035235" y="5188436"/>
                  <a:pt x="2233117" y="6386314"/>
                  <a:pt x="3710776" y="6386314"/>
                </a:cubicBezTo>
                <a:cubicBezTo>
                  <a:pt x="5188435" y="6386314"/>
                  <a:pt x="6386317" y="5188436"/>
                  <a:pt x="6386317" y="3710777"/>
                </a:cubicBezTo>
                <a:cubicBezTo>
                  <a:pt x="6386317" y="2233118"/>
                  <a:pt x="5188435" y="1035240"/>
                  <a:pt x="3710776" y="1035240"/>
                </a:cubicBezTo>
                <a:close/>
                <a:moveTo>
                  <a:pt x="3710780" y="0"/>
                </a:moveTo>
                <a:cubicBezTo>
                  <a:pt x="5760188" y="0"/>
                  <a:pt x="7421561" y="1661373"/>
                  <a:pt x="7421561" y="3710781"/>
                </a:cubicBezTo>
                <a:cubicBezTo>
                  <a:pt x="7421561" y="5760189"/>
                  <a:pt x="5760188" y="7421562"/>
                  <a:pt x="3710780" y="7421562"/>
                </a:cubicBezTo>
                <a:cubicBezTo>
                  <a:pt x="1661372" y="7421562"/>
                  <a:pt x="0" y="5760189"/>
                  <a:pt x="0" y="3710781"/>
                </a:cubicBezTo>
                <a:cubicBezTo>
                  <a:pt x="0" y="1661373"/>
                  <a:pt x="1661372" y="0"/>
                  <a:pt x="371078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014474" y="1370013"/>
            <a:ext cx="2163053" cy="2159709"/>
          </a:xfrm>
          <a:custGeom>
            <a:avLst/>
            <a:gdLst>
              <a:gd name="connsiteX0" fmla="*/ 2225842 w 4451684"/>
              <a:gd name="connsiteY0" fmla="*/ 0 h 4451684"/>
              <a:gd name="connsiteX1" fmla="*/ 4451684 w 4451684"/>
              <a:gd name="connsiteY1" fmla="*/ 2225842 h 4451684"/>
              <a:gd name="connsiteX2" fmla="*/ 2225842 w 4451684"/>
              <a:gd name="connsiteY2" fmla="*/ 4451684 h 4451684"/>
              <a:gd name="connsiteX3" fmla="*/ 0 w 4451684"/>
              <a:gd name="connsiteY3" fmla="*/ 2225842 h 4451684"/>
              <a:gd name="connsiteX4" fmla="*/ 2225842 w 4451684"/>
              <a:gd name="connsiteY4" fmla="*/ 0 h 445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684" h="4451684">
                <a:moveTo>
                  <a:pt x="2225842" y="0"/>
                </a:moveTo>
                <a:cubicBezTo>
                  <a:pt x="3455141" y="0"/>
                  <a:pt x="4451684" y="996543"/>
                  <a:pt x="4451684" y="2225842"/>
                </a:cubicBezTo>
                <a:cubicBezTo>
                  <a:pt x="4451684" y="3455141"/>
                  <a:pt x="3455141" y="4451684"/>
                  <a:pt x="2225842" y="4451684"/>
                </a:cubicBezTo>
                <a:cubicBezTo>
                  <a:pt x="996543" y="4451684"/>
                  <a:pt x="0" y="3455141"/>
                  <a:pt x="0" y="2225842"/>
                </a:cubicBezTo>
                <a:cubicBezTo>
                  <a:pt x="0" y="996543"/>
                  <a:pt x="996543" y="0"/>
                  <a:pt x="22258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0325">
            <a:solidFill>
              <a:schemeClr val="bg1"/>
            </a:solidFill>
          </a:ln>
          <a:effectLst>
            <a:outerShdw blurRad="1270000" sx="90000" sy="90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067421" y="2402012"/>
            <a:ext cx="2057160" cy="2053978"/>
          </a:xfrm>
          <a:custGeom>
            <a:avLst/>
            <a:gdLst>
              <a:gd name="connsiteX0" fmla="*/ 1643183 w 3286366"/>
              <a:gd name="connsiteY0" fmla="*/ 0 h 3286364"/>
              <a:gd name="connsiteX1" fmla="*/ 3286366 w 3286366"/>
              <a:gd name="connsiteY1" fmla="*/ 1643182 h 3286364"/>
              <a:gd name="connsiteX2" fmla="*/ 1643183 w 3286366"/>
              <a:gd name="connsiteY2" fmla="*/ 3286364 h 3286364"/>
              <a:gd name="connsiteX3" fmla="*/ 0 w 3286366"/>
              <a:gd name="connsiteY3" fmla="*/ 1643182 h 3286364"/>
              <a:gd name="connsiteX4" fmla="*/ 1643183 w 3286366"/>
              <a:gd name="connsiteY4" fmla="*/ 0 h 328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6366" h="3286364">
                <a:moveTo>
                  <a:pt x="1643183" y="0"/>
                </a:moveTo>
                <a:cubicBezTo>
                  <a:pt x="2550688" y="0"/>
                  <a:pt x="3286366" y="735678"/>
                  <a:pt x="3286366" y="1643182"/>
                </a:cubicBezTo>
                <a:cubicBezTo>
                  <a:pt x="3286366" y="2550686"/>
                  <a:pt x="2550688" y="3286364"/>
                  <a:pt x="1643183" y="3286364"/>
                </a:cubicBezTo>
                <a:cubicBezTo>
                  <a:pt x="735678" y="3286364"/>
                  <a:pt x="0" y="2550686"/>
                  <a:pt x="0" y="1643182"/>
                </a:cubicBezTo>
                <a:cubicBezTo>
                  <a:pt x="0" y="735678"/>
                  <a:pt x="735678" y="0"/>
                  <a:pt x="16431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6145770" y="2"/>
            <a:ext cx="6046232" cy="6857999"/>
          </a:xfrm>
          <a:custGeom>
            <a:avLst/>
            <a:gdLst>
              <a:gd name="connsiteX0" fmla="*/ 1845239 w 9659013"/>
              <a:gd name="connsiteY0" fmla="*/ 0 h 10972799"/>
              <a:gd name="connsiteX1" fmla="*/ 9659009 w 9659013"/>
              <a:gd name="connsiteY1" fmla="*/ 0 h 10972799"/>
              <a:gd name="connsiteX2" fmla="*/ 9659013 w 9659013"/>
              <a:gd name="connsiteY2" fmla="*/ 0 h 10972799"/>
              <a:gd name="connsiteX3" fmla="*/ 9659013 w 9659013"/>
              <a:gd name="connsiteY3" fmla="*/ 10972799 h 10972799"/>
              <a:gd name="connsiteX4" fmla="*/ 9659009 w 9659013"/>
              <a:gd name="connsiteY4" fmla="*/ 10972799 h 10972799"/>
              <a:gd name="connsiteX5" fmla="*/ 1845238 w 9659013"/>
              <a:gd name="connsiteY5" fmla="*/ 10972799 h 10972799"/>
              <a:gd name="connsiteX6" fmla="*/ 1804479 w 9659013"/>
              <a:gd name="connsiteY6" fmla="*/ 10920932 h 10972799"/>
              <a:gd name="connsiteX7" fmla="*/ 0 w 9659013"/>
              <a:gd name="connsiteY7" fmla="*/ 5486402 h 10972799"/>
              <a:gd name="connsiteX8" fmla="*/ 1804478 w 9659013"/>
              <a:gd name="connsiteY8" fmla="*/ 51869 h 10972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59013" h="10972799">
                <a:moveTo>
                  <a:pt x="1845239" y="0"/>
                </a:moveTo>
                <a:lnTo>
                  <a:pt x="9659009" y="0"/>
                </a:lnTo>
                <a:lnTo>
                  <a:pt x="9659013" y="0"/>
                </a:lnTo>
                <a:lnTo>
                  <a:pt x="9659013" y="10972799"/>
                </a:lnTo>
                <a:lnTo>
                  <a:pt x="9659009" y="10972799"/>
                </a:lnTo>
                <a:lnTo>
                  <a:pt x="1845238" y="10972799"/>
                </a:lnTo>
                <a:lnTo>
                  <a:pt x="1804479" y="10920932"/>
                </a:lnTo>
                <a:cubicBezTo>
                  <a:pt x="671150" y="9405492"/>
                  <a:pt x="0" y="7524324"/>
                  <a:pt x="0" y="5486402"/>
                </a:cubicBezTo>
                <a:cubicBezTo>
                  <a:pt x="0" y="3448477"/>
                  <a:pt x="671150" y="1567309"/>
                  <a:pt x="1804478" y="5186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0">
            <a:solidFill>
              <a:schemeClr val="bg1"/>
            </a:solidFill>
          </a:ln>
          <a:effectLst>
            <a:outerShdw blurRad="1270000" dist="381000" dir="10800000" sx="95000" sy="95000" algn="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1727" y="3854734"/>
            <a:ext cx="11573250" cy="289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1.xml"/><Relationship Id="rId4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/>
          <p:cNvSpPr/>
          <p:nvPr userDrawn="1"/>
        </p:nvSpPr>
        <p:spPr>
          <a:xfrm>
            <a:off x="-694483" y="4561627"/>
            <a:ext cx="1098361" cy="1096663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8" name="Oval 7"/>
          <p:cNvSpPr/>
          <p:nvPr userDrawn="1"/>
        </p:nvSpPr>
        <p:spPr>
          <a:xfrm>
            <a:off x="3003592" y="4438060"/>
            <a:ext cx="123759" cy="123568"/>
          </a:xfrm>
          <a:prstGeom prst="ellipse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9" name="Diamond 8"/>
          <p:cNvSpPr/>
          <p:nvPr userDrawn="1"/>
        </p:nvSpPr>
        <p:spPr>
          <a:xfrm>
            <a:off x="5775886" y="3064605"/>
            <a:ext cx="204217" cy="203901"/>
          </a:xfrm>
          <a:prstGeom prst="diamond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10" name="TextBox 9"/>
          <p:cNvSpPr txBox="1"/>
          <p:nvPr userDrawn="1"/>
        </p:nvSpPr>
        <p:spPr>
          <a:xfrm rot="10800000" flipV="1">
            <a:off x="10796985" y="193031"/>
            <a:ext cx="1116324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3750" b="1" i="0" smtClean="0">
                <a:solidFill>
                  <a:schemeClr val="bg1">
                    <a:lumMod val="95000"/>
                  </a:schemeClr>
                </a:solidFill>
                <a:latin typeface="Geomanist Regular" panose="02000503000000020004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t>‹#›</a:t>
            </a:fld>
            <a:endParaRPr lang="id-ID" sz="7190" b="1" i="0" dirty="0">
              <a:solidFill>
                <a:schemeClr val="bg1">
                  <a:lumMod val="95000"/>
                </a:schemeClr>
              </a:solidFill>
              <a:latin typeface="Geomanist Regular" panose="02000503000000020004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26" name="Oval 25"/>
          <p:cNvSpPr/>
          <p:nvPr userDrawn="1"/>
        </p:nvSpPr>
        <p:spPr>
          <a:xfrm>
            <a:off x="11753063" y="-438259"/>
            <a:ext cx="877875" cy="876518"/>
          </a:xfrm>
          <a:prstGeom prst="ellipse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27" name="Diamond 26"/>
          <p:cNvSpPr/>
          <p:nvPr userDrawn="1"/>
        </p:nvSpPr>
        <p:spPr>
          <a:xfrm>
            <a:off x="5235363" y="5472825"/>
            <a:ext cx="204217" cy="203901"/>
          </a:xfrm>
          <a:prstGeom prst="diamond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28" name="Oval 27"/>
          <p:cNvSpPr/>
          <p:nvPr userDrawn="1"/>
        </p:nvSpPr>
        <p:spPr>
          <a:xfrm>
            <a:off x="-323405" y="255180"/>
            <a:ext cx="545957" cy="545113"/>
          </a:xfrm>
          <a:prstGeom prst="ellipse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2" name="Freeform: Shape 31"/>
          <p:cNvSpPr/>
          <p:nvPr userDrawn="1"/>
        </p:nvSpPr>
        <p:spPr>
          <a:xfrm flipV="1">
            <a:off x="10725539" y="4946446"/>
            <a:ext cx="327533" cy="327026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3" name="Freeform: Shape 32"/>
          <p:cNvSpPr/>
          <p:nvPr userDrawn="1"/>
        </p:nvSpPr>
        <p:spPr>
          <a:xfrm flipV="1">
            <a:off x="8094996" y="84568"/>
            <a:ext cx="123316" cy="123125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4" name="Freeform: Shape 33"/>
          <p:cNvSpPr/>
          <p:nvPr userDrawn="1"/>
        </p:nvSpPr>
        <p:spPr>
          <a:xfrm>
            <a:off x="11913309" y="1994115"/>
            <a:ext cx="602704" cy="601772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7" name="Isosceles Triangle 36"/>
          <p:cNvSpPr/>
          <p:nvPr userDrawn="1"/>
        </p:nvSpPr>
        <p:spPr>
          <a:xfrm rot="19384964">
            <a:off x="7366650" y="6690088"/>
            <a:ext cx="228544" cy="196716"/>
          </a:xfrm>
          <a:prstGeom prst="triangle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8" name="Isosceles Triangle 37"/>
          <p:cNvSpPr/>
          <p:nvPr userDrawn="1"/>
        </p:nvSpPr>
        <p:spPr>
          <a:xfrm rot="19384964">
            <a:off x="1235559" y="2063103"/>
            <a:ext cx="323011" cy="278027"/>
          </a:xfrm>
          <a:prstGeom prst="triangle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29" name="Freeform: Shape 28"/>
          <p:cNvSpPr/>
          <p:nvPr userDrawn="1"/>
        </p:nvSpPr>
        <p:spPr>
          <a:xfrm>
            <a:off x="3003592" y="935865"/>
            <a:ext cx="257955" cy="257556"/>
          </a:xfrm>
          <a:custGeom>
            <a:avLst/>
            <a:gdLst>
              <a:gd name="connsiteX0" fmla="*/ 877329 w 1754660"/>
              <a:gd name="connsiteY0" fmla="*/ 244759 h 1754660"/>
              <a:gd name="connsiteX1" fmla="*/ 244758 w 1754660"/>
              <a:gd name="connsiteY1" fmla="*/ 877329 h 1754660"/>
              <a:gd name="connsiteX2" fmla="*/ 877329 w 1754660"/>
              <a:gd name="connsiteY2" fmla="*/ 1509899 h 1754660"/>
              <a:gd name="connsiteX3" fmla="*/ 1509900 w 1754660"/>
              <a:gd name="connsiteY3" fmla="*/ 877329 h 1754660"/>
              <a:gd name="connsiteX4" fmla="*/ 877329 w 1754660"/>
              <a:gd name="connsiteY4" fmla="*/ 244759 h 1754660"/>
              <a:gd name="connsiteX5" fmla="*/ 877330 w 1754660"/>
              <a:gd name="connsiteY5" fmla="*/ 0 h 1754660"/>
              <a:gd name="connsiteX6" fmla="*/ 1754660 w 1754660"/>
              <a:gd name="connsiteY6" fmla="*/ 877330 h 1754660"/>
              <a:gd name="connsiteX7" fmla="*/ 877330 w 1754660"/>
              <a:gd name="connsiteY7" fmla="*/ 1754660 h 1754660"/>
              <a:gd name="connsiteX8" fmla="*/ 0 w 1754660"/>
              <a:gd name="connsiteY8" fmla="*/ 877330 h 1754660"/>
              <a:gd name="connsiteX9" fmla="*/ 877330 w 1754660"/>
              <a:gd name="connsiteY9" fmla="*/ 0 h 175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4660" h="1754660">
                <a:moveTo>
                  <a:pt x="877329" y="244759"/>
                </a:moveTo>
                <a:cubicBezTo>
                  <a:pt x="527970" y="244759"/>
                  <a:pt x="244758" y="527970"/>
                  <a:pt x="244758" y="877329"/>
                </a:cubicBezTo>
                <a:cubicBezTo>
                  <a:pt x="244758" y="1226688"/>
                  <a:pt x="527970" y="1509899"/>
                  <a:pt x="877329" y="1509899"/>
                </a:cubicBezTo>
                <a:cubicBezTo>
                  <a:pt x="1226688" y="1509899"/>
                  <a:pt x="1509900" y="1226688"/>
                  <a:pt x="1509900" y="877329"/>
                </a:cubicBezTo>
                <a:cubicBezTo>
                  <a:pt x="1509900" y="527970"/>
                  <a:pt x="1226688" y="244759"/>
                  <a:pt x="877329" y="244759"/>
                </a:cubicBezTo>
                <a:close/>
                <a:moveTo>
                  <a:pt x="877330" y="0"/>
                </a:moveTo>
                <a:cubicBezTo>
                  <a:pt x="1361866" y="0"/>
                  <a:pt x="1754660" y="392794"/>
                  <a:pt x="1754660" y="877330"/>
                </a:cubicBezTo>
                <a:cubicBezTo>
                  <a:pt x="1754660" y="1361866"/>
                  <a:pt x="1361866" y="1754660"/>
                  <a:pt x="877330" y="1754660"/>
                </a:cubicBezTo>
                <a:cubicBezTo>
                  <a:pt x="392794" y="1754660"/>
                  <a:pt x="0" y="1361866"/>
                  <a:pt x="0" y="877330"/>
                </a:cubicBezTo>
                <a:cubicBezTo>
                  <a:pt x="0" y="392794"/>
                  <a:pt x="392794" y="0"/>
                  <a:pt x="877330" y="0"/>
                </a:cubicBez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2" name="Rectangle: Rounded Corners 46"/>
          <p:cNvSpPr/>
          <p:nvPr userDrawn="1"/>
        </p:nvSpPr>
        <p:spPr>
          <a:xfrm>
            <a:off x="9564411" y="244799"/>
            <a:ext cx="2969907" cy="514424"/>
          </a:xfrm>
          <a:prstGeom prst="roundRect">
            <a:avLst>
              <a:gd name="adj" fmla="val 47943"/>
            </a:avLst>
          </a:prstGeom>
          <a:solidFill>
            <a:schemeClr val="bg2"/>
          </a:solidFill>
          <a:ln>
            <a:noFill/>
          </a:ln>
          <a:effectLst>
            <a:outerShdw blurRad="228600" dist="266700" dir="10800000" sx="90000" sy="90000" algn="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" name="object 2"/>
          <p:cNvSpPr/>
          <p:nvPr userDrawn="1"/>
        </p:nvSpPr>
        <p:spPr>
          <a:xfrm>
            <a:off x="9745975" y="294937"/>
            <a:ext cx="2100368" cy="400788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</p:sldLayoutIdLst>
  <p:txStyles>
    <p:titleStyle>
      <a:lvl1pPr algn="l" defTabSz="913130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965" indent="-227965" algn="l" defTabSz="91313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795" kern="1200">
          <a:solidFill>
            <a:schemeClr val="tx1"/>
          </a:solidFill>
          <a:latin typeface="+mn-lt"/>
          <a:ea typeface="+mn-ea"/>
          <a:cs typeface="+mn-cs"/>
        </a:defRPr>
      </a:lvl1pPr>
      <a:lvl2pPr marL="684530" indent="-227965" algn="l" defTabSz="91313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1141095" indent="-227965" algn="l" defTabSz="91313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7660" indent="-227965" algn="l" defTabSz="91313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4225" indent="-227965" algn="l" defTabSz="91313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0790" indent="-227965" algn="l" defTabSz="91313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7355" indent="-227965" algn="l" defTabSz="91313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3920" indent="-227965" algn="l" defTabSz="91313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79850" indent="-227965" algn="l" defTabSz="91313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3" Type="http://schemas.openxmlformats.org/officeDocument/2006/relationships/image" Target="../media/image3.jpe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3" Type="http://schemas.openxmlformats.org/officeDocument/2006/relationships/image" Target="../media/image6.png"/><Relationship Id="rId4" Type="http://schemas.openxmlformats.org/officeDocument/2006/relationships/hyperlink" Target="https://huggingface.co/spaces/shadow-llm/COMP5523-Image-Search-Demo" TargetMode="External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占位符 5" descr="e7d195523061f1c029d8a470330beef7eecbf578a74c67be34E755975358C32C42B60046E65E5AB2B817CFACDA70963A03272FA99D31C85E250EFEC4061BFB07F05F931B289192FCB8E0285A555C1F230D307BE5C25C0A02A148102A1BAEDB15DE6D17ED4C2D37AAA815CC83B2760056FB7B5D8A8CA70F565F2C860F89DCA49999B2685C267E514B43EFE53A5B80360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116" b="21290"/>
          <a:stretch>
            <a:fillRect/>
          </a:stretch>
        </p:blipFill>
        <p:spPr>
          <a:xfrm>
            <a:off x="9426" y="1815549"/>
            <a:ext cx="12185214" cy="378129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441723" y="408492"/>
            <a:ext cx="3430409" cy="6555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285750"/>
            <a:endParaRPr sz="3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93" y="1815548"/>
            <a:ext cx="12185214" cy="3781290"/>
          </a:xfrm>
          <a:custGeom>
            <a:avLst/>
            <a:gdLst/>
            <a:ahLst/>
            <a:cxnLst/>
            <a:rect l="l" t="t" r="r" b="b"/>
            <a:pathLst>
              <a:path w="5760085" h="1771650">
                <a:moveTo>
                  <a:pt x="0" y="0"/>
                </a:moveTo>
                <a:lnTo>
                  <a:pt x="0" y="1771357"/>
                </a:lnTo>
                <a:lnTo>
                  <a:pt x="5759996" y="1771357"/>
                </a:lnTo>
                <a:lnTo>
                  <a:pt x="5759996" y="0"/>
                </a:lnTo>
                <a:lnTo>
                  <a:pt x="0" y="0"/>
                </a:lnTo>
                <a:close/>
              </a:path>
            </a:pathLst>
          </a:custGeom>
          <a:solidFill>
            <a:srgbClr val="A02237">
              <a:alpha val="69804"/>
            </a:srgbClr>
          </a:solidFill>
        </p:spPr>
        <p:txBody>
          <a:bodyPr wrap="square" lIns="0" tIns="0" rIns="0" bIns="0" rtlCol="0"/>
          <a:lstStyle/>
          <a:p>
            <a:pPr defTabSz="285750"/>
            <a:endParaRPr sz="3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95533" y="1261162"/>
            <a:ext cx="4074785" cy="53894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285750"/>
            <a:endParaRPr sz="3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2636" y="1947316"/>
            <a:ext cx="8938589" cy="2396810"/>
          </a:xfrm>
          <a:prstGeom prst="rect">
            <a:avLst/>
          </a:prstGeom>
          <a:noFill/>
        </p:spPr>
        <p:txBody>
          <a:bodyPr wrap="square" lIns="0" tIns="0" rIns="0" bIns="0" rtlCol="0"/>
          <a:lstStyle>
            <a:defPPr>
              <a:defRPr lang="en-US"/>
            </a:defPPr>
            <a:lvl1pPr>
              <a:defRPr sz="6080"/>
            </a:lvl1pPr>
          </a:lstStyle>
          <a:p>
            <a:pPr defTabSz="285750"/>
            <a:r>
              <a:rPr lang="en-US" altLang="zh-CN" sz="3800" b="1" dirty="0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rPr>
              <a:t>COMP5523 </a:t>
            </a:r>
          </a:p>
          <a:p>
            <a:pPr defTabSz="285750"/>
            <a:r>
              <a:rPr lang="en-US" altLang="zh-CN" sz="3800" b="1" dirty="0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rPr>
              <a:t>Group Project Introduction</a:t>
            </a:r>
            <a:endParaRPr lang="en-US" altLang="zh-CN" sz="9600" b="1" dirty="0">
              <a:solidFill>
                <a:schemeClr val="bg1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92430" y="4790440"/>
            <a:ext cx="5000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2026/27 Semester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00 Outline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17" name="Text Box 16"/>
          <p:cNvSpPr txBox="1"/>
          <p:nvPr/>
        </p:nvSpPr>
        <p:spPr>
          <a:xfrm>
            <a:off x="470535" y="1183640"/>
            <a:ext cx="11189335" cy="932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endParaRPr lang="en-US" altLang="zh-CN" sz="2000" baseline="30000"/>
          </a:p>
        </p:txBody>
      </p:sp>
      <p:sp>
        <p:nvSpPr>
          <p:cNvPr id="66" name="Content Placeholder 2"/>
          <p:cNvSpPr>
            <a:spLocks noGrp="1"/>
          </p:cNvSpPr>
          <p:nvPr/>
        </p:nvSpPr>
        <p:spPr>
          <a:xfrm>
            <a:off x="889407" y="1825625"/>
            <a:ext cx="5335829" cy="4351338"/>
          </a:xfrm>
        </p:spPr>
        <p:txBody>
          <a:bodyPr/>
          <a:lstStyle>
            <a:lvl1pPr marL="227965" indent="-227965" algn="l" defTabSz="91313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4530" indent="-227965" algn="l" defTabSz="913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1095" indent="-227965" algn="l" defTabSz="913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9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7660" indent="-227965" algn="l" defTabSz="913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4225" indent="-227965" algn="l" defTabSz="913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0790" indent="-227965" algn="l" defTabSz="913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7355" indent="-227965" algn="l" defTabSz="913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3920" indent="-227965" algn="l" defTabSz="913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9850" indent="-227965" algn="l" defTabSz="913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Project </a:t>
            </a:r>
            <a:r>
              <a:rPr lang="en-US" dirty="0"/>
              <a:t>Specification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r>
              <a:rPr lang="en-US" dirty="0"/>
              <a:t>Group Presentation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r>
              <a:rPr lang="en-US" dirty="0"/>
              <a:t>Project Report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r>
              <a:rPr lang="en-US" dirty="0"/>
              <a:t>Assessment Rubrics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Project Specification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1187953" cy="3334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 dirty="0"/>
              <a:t>Topic: Domain-Specific Text-to-Image Retrieval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 dirty="0"/>
              <a:t>Task</a:t>
            </a:r>
            <a:r>
              <a:rPr lang="en-US" altLang="en-US" sz="2400" dirty="0"/>
              <a:t>: Build a text-to-image retrieval system for an application domain of your choice.</a:t>
            </a:r>
            <a:endParaRPr lang="en-US" sz="2400" dirty="0"/>
          </a:p>
          <a:p>
            <a:pPr marL="342900" indent="-342900"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en-US" altLang="en-US" sz="2400" b="1" dirty="0"/>
              <a:t>Input</a:t>
            </a:r>
            <a:r>
              <a:rPr lang="en-US" altLang="en-US" sz="2400" dirty="0"/>
              <a:t>: A natural-language query, such as “a long red dress with puff sleeves”.</a:t>
            </a:r>
            <a:endParaRPr lang="en-US" sz="2400" dirty="0"/>
          </a:p>
          <a:p>
            <a:pPr marL="342900" indent="-342900"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en-US" altLang="en-US" sz="2400" b="1" dirty="0"/>
              <a:t>Output</a:t>
            </a:r>
            <a:r>
              <a:rPr lang="en-US" altLang="en-US" sz="2400" dirty="0"/>
              <a:t>: A ranked list of the most relevant images from the gallery.</a:t>
            </a:r>
            <a:endParaRPr lang="en-US" sz="2400" dirty="0"/>
          </a:p>
          <a:p>
            <a:pPr marL="342900" indent="-342900"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en-US" altLang="en-US" sz="2400" b="1" dirty="0"/>
              <a:t>Team</a:t>
            </a:r>
            <a:r>
              <a:rPr lang="en-US" altLang="en-US" sz="2400" dirty="0"/>
              <a:t>: </a:t>
            </a:r>
            <a:r>
              <a:rPr lang="en-US" altLang="en-US" sz="2400" b="1" u="sng" dirty="0"/>
              <a:t>4 to 6 members</a:t>
            </a:r>
            <a:r>
              <a:rPr lang="en-US" altLang="en-US" sz="2400" dirty="0"/>
              <a:t> per group.</a:t>
            </a:r>
            <a:endParaRPr lang="en-US" sz="2400" dirty="0"/>
          </a:p>
        </p:txBody>
      </p:sp>
      <p:pic>
        <p:nvPicPr>
          <p:cNvPr id="8" name="Topic Figure" descr="Text-to-image retrieval example: the query &quot;a long red dress with puff sleeves&quot; goes into the retrieval system, which searches the image gallery of the chosen domain and returns a ranked list. The top two results are relevant; the others have no puff sleeves, are too short, or are the wrong color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343400"/>
            <a:ext cx="10058400" cy="1895856"/>
          </a:xfrm>
          <a:prstGeom prst="rect">
            <a:avLst/>
          </a:prstGeom>
        </p:spPr>
      </p:pic>
      <p:sp>
        <p:nvSpPr>
          <p:cNvPr id="7" name="Topic Figure Caption"/>
          <p:cNvSpPr txBox="1"/>
          <p:nvPr/>
        </p:nvSpPr>
        <p:spPr>
          <a:xfrm>
            <a:off x="1066800" y="62849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 dirty="0">
                <a:solidFill>
                  <a:srgbClr val="595959"/>
                </a:solidFill>
              </a:rPr>
              <a:t>Example (fashion domain): relevance depends on category, color, length, and sleeves.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Project Specification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Domain and Relevance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Domain examples</a:t>
            </a:r>
            <a:r>
              <a:rPr lang="en-US" altLang="en-US" sz="2400"/>
              <a:t>: Fashion and products, food and recipes, artworks and painting styles, landmarks and buildings, plants and animals.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Scope</a:t>
            </a:r>
            <a:r>
              <a:rPr lang="en-US" altLang="en-US" sz="2400"/>
              <a:t>: Choose a specific domain, or a general one if preferred.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Relevance</a:t>
            </a:r>
            <a:r>
              <a:rPr lang="en-US" altLang="en-US" sz="2400"/>
              <a:t>: Define what relevance means in your domain (e.g., matching the object category, attributes, style, or place in the query), and </a:t>
            </a:r>
            <a:r>
              <a:rPr lang="en-US" altLang="en-US" sz="2400" b="1" u="sng"/>
              <a:t>explain how your system measures it</a:t>
            </a:r>
            <a:r>
              <a:rPr lang="en-US" altLang="en-US" sz="2400"/>
              <a:t>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User needs</a:t>
            </a:r>
            <a:r>
              <a:rPr lang="en-US" altLang="en-US" sz="2400"/>
              <a:t>: Explain who will use the system and why text-to-image search is useful in this domain.</a:t>
            </a:r>
            <a:endParaRPr 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Project Specification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Possible Components: Representation and Search</a:t>
            </a:r>
            <a:endParaRPr lang="en-US" sz="2400"/>
          </a:p>
          <a:p>
            <a:endParaRPr lang="en-US" sz="2400"/>
          </a:p>
          <a:p>
            <a:r>
              <a:rPr lang="en-US" altLang="en-US" sz="2400"/>
              <a:t>The system may include, but is not limited to:</a:t>
            </a:r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Cross-modal representation</a:t>
            </a:r>
            <a:r>
              <a:rPr lang="en-US" altLang="en-US" sz="2400"/>
              <a:t>: Use comparable text and image representations, e.g., contrastively trained vision-language models such as CLIP.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Image descriptions</a:t>
            </a:r>
            <a:r>
              <a:rPr lang="en-US" altLang="en-US" sz="2400"/>
              <a:t>: Use captions or object/attribute tags, then match these descriptions with the text query.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Similarity search and indexing</a:t>
            </a:r>
            <a:r>
              <a:rPr lang="en-US" altLang="en-US" sz="2400"/>
              <a:t>: Use cosine similarity and nearest-neighbor search, with approximate search for large galleries.</a:t>
            </a:r>
            <a:endParaRPr 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Project Specification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Possible Components: Adaptation and Refinement</a:t>
            </a:r>
            <a:endParaRPr lang="en-US" sz="2400"/>
          </a:p>
          <a:p>
            <a:endParaRPr lang="en-US" sz="2400"/>
          </a:p>
          <a:p>
            <a:r>
              <a:rPr lang="en-US" altLang="en-US" sz="2400"/>
              <a:t>The system may include, but is not limited to: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Domain adaptation</a:t>
            </a:r>
            <a:r>
              <a:rPr lang="en-US" altLang="en-US" sz="2400"/>
              <a:t>: Fine-tune on domain image-text pairs, design prompt templates, or rewrite and expand user queries.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Re-ranking</a:t>
            </a:r>
            <a:r>
              <a:rPr lang="en-US" altLang="en-US" sz="2400"/>
              <a:t>: Use a stronger vision-language model or object detection to verify details mentioned in the query.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Query understanding</a:t>
            </a:r>
            <a:r>
              <a:rPr lang="en-US" altLang="en-US" sz="2400"/>
              <a:t>: Handle attributes, counts, or spatial relations in more complex queries.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User interface</a:t>
            </a:r>
            <a:r>
              <a:rPr lang="en-US" altLang="en-US" sz="2400"/>
              <a:t>: Let users type queries and browse the ranked results.</a:t>
            </a:r>
            <a:endParaRPr 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Project Specification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2053124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 dirty="0"/>
              <a:t>Live Demo: A Minimal Text-to-Image Search System</a:t>
            </a:r>
            <a:endParaRPr lang="en-US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 dirty="0"/>
              <a:t>Gallery</a:t>
            </a:r>
            <a:r>
              <a:rPr lang="en-US" altLang="en-US" sz="2400" dirty="0"/>
              <a:t>: 250 everyday photos from Flickr30k, each with up to five human-written captions.</a:t>
            </a:r>
            <a:endParaRPr lang="en-US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 dirty="0"/>
              <a:t>Pipeline</a:t>
            </a:r>
            <a:r>
              <a:rPr lang="en-US" altLang="en-US" sz="2400" dirty="0"/>
              <a:t>: Match the text query with image captions using text embeddings and cosine similarity. The model never looks at the pixels.</a:t>
            </a:r>
            <a:endParaRPr 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1C2A8D-D9BD-D5D8-0D2E-1EC07593F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11" y="3048634"/>
            <a:ext cx="5082535" cy="30602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CF6D2C-15DE-EB3B-F605-9F70D74B3604}"/>
              </a:ext>
            </a:extLst>
          </p:cNvPr>
          <p:cNvSpPr txBox="1"/>
          <p:nvPr/>
        </p:nvSpPr>
        <p:spPr>
          <a:xfrm>
            <a:off x="0" y="6891704"/>
            <a:ext cx="660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800" dirty="0">
                <a:hlinkClick r:id="rId4"/>
              </a:rPr>
              <a:t>huggingface.co/spaces/shadow-llm/COMP5523-Image-Search-Demo</a:t>
            </a:r>
            <a:endParaRPr lang="en-US" altLang="zh-CN" sz="18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8124D55-8A6B-2498-1B98-6A420A94B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240" y="2827069"/>
            <a:ext cx="6191520" cy="34855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Project Specification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Project Steps</a:t>
            </a:r>
            <a:endParaRPr lang="en-US" sz="2400"/>
          </a:p>
          <a:p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Domain definition and data preparation</a:t>
            </a:r>
            <a:r>
              <a:rPr lang="en-US" altLang="en-US" sz="2400"/>
              <a:t>: Define the domain and organize the image gallery. The domain can also be general if preferred.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Evaluation set construction</a:t>
            </a:r>
            <a:r>
              <a:rPr lang="en-US" altLang="en-US" sz="2400"/>
              <a:t>: Prepare text queries and their ground-truth relevant images.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Algorithm design</a:t>
            </a:r>
            <a:r>
              <a:rPr lang="en-US" altLang="en-US" sz="2400"/>
              <a:t>: Design and compare text/image representations, similarity measures, and ranking approaches. Justify your choices.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System implementation</a:t>
            </a:r>
            <a:r>
              <a:rPr lang="en-US" altLang="en-US" sz="2400"/>
              <a:t>: Integrate models and tools into a working system with a text-query interface.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Performance evaluation</a:t>
            </a:r>
            <a:r>
              <a:rPr lang="en-US" altLang="en-US" sz="2400"/>
              <a:t>: Evaluate retrieval quality and analyze failure cases.</a:t>
            </a:r>
            <a:endParaRPr 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Project Specification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Data and Evaluation Set</a:t>
            </a:r>
            <a:endParaRPr lang="en-US" sz="2400"/>
          </a:p>
          <a:p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Gallery</a:t>
            </a:r>
            <a:r>
              <a:rPr lang="en-US" altLang="en-US" sz="2400"/>
              <a:t>: Use public datasets, web images, or photos taken by group members. Remove duplicates and corrupted images as needed.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Data use</a:t>
            </a:r>
            <a:r>
              <a:rPr lang="en-US" altLang="en-US" sz="2400"/>
              <a:t>: Respect licenses and avoid collecting or exposing personal data, such as searching for people by their faces.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Evaluation set</a:t>
            </a:r>
            <a:r>
              <a:rPr lang="en-US" altLang="en-US" sz="2400"/>
              <a:t>: </a:t>
            </a:r>
            <a:r>
              <a:rPr lang="en-US" altLang="en-US" sz="2400" b="1" u="sng"/>
              <a:t>Construct your own test set</a:t>
            </a:r>
            <a:r>
              <a:rPr lang="en-US" altLang="en-US" sz="2400"/>
              <a:t> with text queries and ground-truth relevant images. State the relevance criteria.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Queries and labels</a:t>
            </a:r>
            <a:r>
              <a:rPr lang="en-US" altLang="en-US" sz="2400"/>
              <a:t>: Groups are encouraged to write queries and label relevant images, and may adapt public datasets.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Sources and annotation</a:t>
            </a:r>
            <a:r>
              <a:rPr lang="en-US" altLang="en-US" sz="2400"/>
              <a:t>: Cite public datasets. For group-collected or annotated data, describe the collection or annotation process.</a:t>
            </a:r>
            <a:endParaRPr 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Project Specification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Performance Evaluation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Retrieval quality</a:t>
            </a:r>
            <a:r>
              <a:rPr lang="en-US" altLang="en-US" sz="2400"/>
              <a:t>: Each group must use </a:t>
            </a:r>
            <a:r>
              <a:rPr lang="en-US" altLang="en-US" sz="2400" b="1" u="sng"/>
              <a:t>at least one measure</a:t>
            </a:r>
            <a:r>
              <a:rPr lang="en-US" altLang="en-US" sz="2400"/>
              <a:t> appropriate to its domain (e.g., Precision@K, Recall@K, or mAP) and </a:t>
            </a:r>
            <a:r>
              <a:rPr lang="en-US" altLang="en-US" sz="2400" b="1" u="sng"/>
              <a:t>justify its choice</a:t>
            </a:r>
            <a:r>
              <a:rPr lang="en-US" altLang="en-US" sz="2400"/>
              <a:t>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Evaluation protocol</a:t>
            </a:r>
            <a:r>
              <a:rPr lang="en-US" altLang="en-US" sz="2400"/>
              <a:t>: Explain how you evaluate the system on your evaluation set.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Failure cases</a:t>
            </a:r>
            <a:r>
              <a:rPr lang="en-US" altLang="en-US" sz="2400"/>
              <a:t>: Analyze where the system retrieves irrelevant images or misses relevant images.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Optional efficiency evaluation</a:t>
            </a:r>
            <a:r>
              <a:rPr lang="en-US" altLang="en-US" sz="2400"/>
              <a:t>: For example, query latency.</a:t>
            </a:r>
            <a:endParaRPr 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Project Specification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Use of AI Tools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Use</a:t>
            </a:r>
            <a:r>
              <a:rPr lang="en-US" altLang="en-US" sz="2400"/>
              <a:t>: The use of AI tools is not restricted.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Disclosure</a:t>
            </a:r>
            <a:r>
              <a:rPr lang="en-US" altLang="en-US" sz="2400"/>
              <a:t>: </a:t>
            </a:r>
            <a:r>
              <a:rPr lang="en-US" altLang="en-US" sz="2400" b="1" u="sng"/>
              <a:t>Clearly disclose every use of AI</a:t>
            </a:r>
            <a:r>
              <a:rPr lang="en-US" altLang="en-US" sz="2400"/>
              <a:t>, stating where and how it was used.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Collaboration</a:t>
            </a:r>
            <a:r>
              <a:rPr lang="en-US" altLang="en-US" sz="2400"/>
              <a:t>: In both the presentation and report, explain which parts were done by group members and which by AI tools.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Checking and integration</a:t>
            </a:r>
            <a:r>
              <a:rPr lang="en-US" altLang="en-US" sz="2400"/>
              <a:t>: Explain how AI-generated outputs were checked and integrated into the project.</a:t>
            </a:r>
            <a:endParaRPr 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Group Presentation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671195" y="1136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 dirty="0"/>
              <a:t>Presentation Date and Format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 dirty="0"/>
              <a:t>Date</a:t>
            </a:r>
            <a:r>
              <a:rPr lang="en-US" altLang="en-US" sz="2400" dirty="0"/>
              <a:t>: </a:t>
            </a:r>
            <a:r>
              <a:rPr lang="en-US" altLang="en-US" sz="2400" b="1" u="sng" dirty="0"/>
              <a:t>Wednesday, November 18, 2026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 dirty="0"/>
              <a:t>Time and venue</a:t>
            </a:r>
            <a:r>
              <a:rPr lang="en-US" altLang="en-US" sz="2400" dirty="0"/>
              <a:t>: 18:30–21:20, TU101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 dirty="0"/>
              <a:t>Duration</a:t>
            </a:r>
            <a:r>
              <a:rPr lang="en-US" altLang="en-US" sz="2400" dirty="0"/>
              <a:t>: </a:t>
            </a:r>
            <a:r>
              <a:rPr lang="en-US" altLang="zh-CN" sz="2400" b="1" u="sng" dirty="0">
                <a:solidFill>
                  <a:srgbClr val="FF0000"/>
                </a:solidFill>
              </a:rPr>
              <a:t>7</a:t>
            </a:r>
            <a:r>
              <a:rPr lang="en-US" altLang="en-US" sz="2400" b="1" u="sng" dirty="0">
                <a:solidFill>
                  <a:srgbClr val="FF0000"/>
                </a:solidFill>
              </a:rPr>
              <a:t> minutes </a:t>
            </a:r>
            <a:r>
              <a:rPr lang="en-US" altLang="en-US" sz="2400" b="1" u="sng" dirty="0"/>
              <a:t>per group</a:t>
            </a:r>
            <a:r>
              <a:rPr lang="en-US" altLang="en-US" sz="2400" dirty="0"/>
              <a:t>.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 dirty="0"/>
              <a:t>Q&amp;A</a:t>
            </a:r>
            <a:r>
              <a:rPr lang="en-US" altLang="en-US" sz="2400" dirty="0"/>
              <a:t>: No Q&amp;A session.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dirty="0"/>
              <a:t>A </a:t>
            </a:r>
            <a:r>
              <a:rPr lang="en-US" altLang="en-US" sz="2400" b="1" u="sng" dirty="0"/>
              <a:t>Best Presentation award</a:t>
            </a:r>
            <a:r>
              <a:rPr lang="en-US" altLang="en-US" sz="2400" b="1" dirty="0"/>
              <a:t> </a:t>
            </a:r>
            <a:r>
              <a:rPr lang="en-US" altLang="en-US" sz="2400" dirty="0"/>
              <a:t>will be given at the end.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671195" y="1136015"/>
            <a:ext cx="1152080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 dirty="0"/>
              <a:t>Presentation Process</a:t>
            </a:r>
          </a:p>
          <a:p>
            <a:endParaRPr lang="en-US" altLang="en-US" sz="2400" b="1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dirty="0">
                <a:sym typeface="+mn-ea"/>
              </a:rPr>
              <a:t>Presenter(s) join the zoom meeting in advance; share screen when start presenting; </a:t>
            </a:r>
            <a:br>
              <a:rPr lang="en-US" altLang="en-US" sz="2400" i="1" dirty="0">
                <a:solidFill>
                  <a:srgbClr val="FF0000"/>
                </a:solidFill>
                <a:ea typeface="PingFang SC Semibold" panose="020B0400000000000000" charset="-122"/>
                <a:cs typeface="+mn-lt"/>
                <a:sym typeface="+mn-ea"/>
              </a:rPr>
            </a:br>
            <a:r>
              <a:rPr lang="en-US" altLang="en-US" sz="2000" i="1" dirty="0">
                <a:solidFill>
                  <a:srgbClr val="FF0000"/>
                </a:solidFill>
                <a:ea typeface="PingFang SC Semibold" panose="020B0400000000000000" charset="-122"/>
                <a:cs typeface="+mn-lt"/>
                <a:sym typeface="+mn-ea"/>
              </a:rPr>
              <a:t>Please install Zoom,</a:t>
            </a:r>
            <a:r>
              <a:rPr lang="en-US" altLang="en-US" sz="2000" i="1" dirty="0">
                <a:solidFill>
                  <a:srgbClr val="FF0000"/>
                </a:solidFill>
                <a:ea typeface="PingFang SC" panose="020B0400000000000000" charset="-122"/>
                <a:cs typeface="+mn-lt"/>
                <a:sym typeface="+mn-ea"/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  <a:ea typeface="PingFang SC Semibold" panose="020B0400000000000000" charset="-122"/>
                <a:cs typeface="+mn-lt"/>
                <a:sym typeface="+mn-ea"/>
              </a:rPr>
              <a:t>sign in with your </a:t>
            </a:r>
            <a:r>
              <a:rPr lang="en-US" altLang="en-US" sz="2000" i="1" dirty="0" err="1">
                <a:solidFill>
                  <a:srgbClr val="FF0000"/>
                </a:solidFill>
                <a:ea typeface="PingFang SC Semibold" panose="020B0400000000000000" charset="-122"/>
                <a:cs typeface="+mn-lt"/>
                <a:sym typeface="+mn-ea"/>
              </a:rPr>
              <a:t>PolyU</a:t>
            </a:r>
            <a:r>
              <a:rPr lang="en-US" altLang="en-US" sz="2000" i="1" dirty="0">
                <a:solidFill>
                  <a:srgbClr val="FF0000"/>
                </a:solidFill>
                <a:ea typeface="PingFang SC Semibold" panose="020B0400000000000000" charset="-122"/>
                <a:cs typeface="+mn-lt"/>
                <a:sym typeface="+mn-ea"/>
              </a:rPr>
              <a:t> account, grant screen-sharing and voice permission in advance.</a:t>
            </a:r>
          </a:p>
          <a:p>
            <a:r>
              <a:rPr lang="en-US" altLang="en-US" sz="2000" i="1" dirty="0">
                <a:solidFill>
                  <a:srgbClr val="FF0000"/>
                </a:solidFill>
                <a:ea typeface="PingFang SC Semibold" panose="020B0400000000000000" charset="-122"/>
                <a:cs typeface="+mn-lt"/>
                <a:sym typeface="+mn-ea"/>
              </a:rPr>
              <a:t> </a:t>
            </a:r>
            <a:endParaRPr lang="en-US" altLang="en-US" sz="2000" dirty="0">
              <a:cs typeface="+mn-lt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dirty="0">
                <a:sym typeface="+mn-ea"/>
              </a:rPr>
              <a:t>REMEMBER</a:t>
            </a:r>
            <a:r>
              <a:rPr lang="zh-CN" altLang="en-US" sz="2400" dirty="0">
                <a:sym typeface="+mn-ea"/>
              </a:rPr>
              <a:t>: </a:t>
            </a:r>
            <a:r>
              <a:rPr lang="en-US" altLang="zh-CN" sz="2400" dirty="0">
                <a:sym typeface="+mn-ea"/>
              </a:rPr>
              <a:t>Setup time also counts toward your 7-minute presentation time.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dirty="0">
                <a:sym typeface="+mn-ea"/>
              </a:rPr>
              <a:t>The professor and TAs will evaluate and score during the presentation.</a:t>
            </a:r>
          </a:p>
          <a:p>
            <a:endParaRPr lang="en-US" altLang="en-US" sz="2400" dirty="0">
              <a:sym typeface="+mn-ea"/>
            </a:endParaRPr>
          </a:p>
          <a:p>
            <a:r>
              <a:rPr lang="en-US" altLang="en-US" sz="2400" b="1" dirty="0"/>
              <a:t>Presentation Order</a:t>
            </a:r>
          </a:p>
          <a:p>
            <a:endParaRPr lang="en-US" altLang="en-US" sz="2400" b="1" dirty="0"/>
          </a:p>
          <a:p>
            <a:pPr indent="0">
              <a:buFont typeface="Arial" panose="020B0604020202090204" pitchFamily="34" charset="0"/>
              <a:buNone/>
            </a:pPr>
            <a:r>
              <a:rPr lang="en-US" altLang="en-US" sz="2400" dirty="0"/>
              <a:t>Will be released before presentation</a:t>
            </a:r>
          </a:p>
          <a:p>
            <a:endParaRPr lang="en-US" altLang="en-US" sz="2400" dirty="0">
              <a:sym typeface="+mn-ea"/>
            </a:endParaRP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44D7074C-87B0-C5D6-3686-08868D0633EA}"/>
              </a:ext>
            </a:extLst>
          </p:cNvPr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Group Presentation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Group Presentation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671195" y="1136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 dirty="0"/>
              <a:t>Presentation Content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 dirty="0"/>
              <a:t>Domain and task</a:t>
            </a:r>
            <a:r>
              <a:rPr lang="en-US" altLang="en-US" sz="2400" dirty="0"/>
              <a:t>: Introduce the chosen domain, task settings, and challenges.</a:t>
            </a:r>
            <a:endParaRPr lang="en-US" sz="2400" dirty="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 dirty="0"/>
              <a:t>Methods</a:t>
            </a:r>
            <a:r>
              <a:rPr lang="en-US" altLang="en-US" sz="2400" dirty="0"/>
              <a:t>: Explain the methodologies and system design.</a:t>
            </a:r>
            <a:endParaRPr lang="en-US" sz="2400" dirty="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 dirty="0"/>
              <a:t>Results</a:t>
            </a:r>
            <a:r>
              <a:rPr lang="en-US" altLang="en-US" sz="2400" dirty="0"/>
              <a:t>: Show system functionality, features, effectiveness, and results on your evaluation set.</a:t>
            </a:r>
            <a:endParaRPr lang="en-US" sz="2400" dirty="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 dirty="0"/>
              <a:t>Recorded demonstration</a:t>
            </a:r>
            <a:r>
              <a:rPr lang="en-US" altLang="en-US" sz="2400" dirty="0"/>
              <a:t>: Show how the system retrieves relevant images for real text queries.</a:t>
            </a:r>
            <a:endParaRPr lang="en-US" sz="2400" dirty="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 dirty="0"/>
              <a:t>AI collaboration</a:t>
            </a:r>
            <a:r>
              <a:rPr lang="en-US" altLang="en-US" sz="2400" dirty="0"/>
              <a:t>: Explain which parts were done by group members and which by AI tools.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Project Report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671195" y="1136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Report Content and Submission</a:t>
            </a:r>
            <a:endParaRPr lang="en-US" sz="2400"/>
          </a:p>
          <a:p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Deadline</a:t>
            </a:r>
            <a:r>
              <a:rPr lang="en-US" altLang="en-US" sz="2400"/>
              <a:t>: </a:t>
            </a:r>
            <a:r>
              <a:rPr lang="en-US" altLang="en-US" sz="2400" b="1" u="sng"/>
              <a:t>23:59 on Wednesday, November 25, 2026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Task and data</a:t>
            </a:r>
            <a:r>
              <a:rPr lang="en-US" altLang="en-US" sz="2400"/>
              <a:t>: Describe the domain, task setting, background, and evaluation set construction.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Development and results</a:t>
            </a:r>
            <a:r>
              <a:rPr lang="en-US" altLang="en-US" sz="2400"/>
              <a:t>: Explain the development process, challenges, methodologies, outcomes, and evaluation results.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Contributions</a:t>
            </a:r>
            <a:r>
              <a:rPr lang="en-US" altLang="en-US" sz="2400"/>
              <a:t>: State each group member’s role and individual contributions.</a:t>
            </a:r>
            <a:endParaRPr lang="en-US" sz="240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/>
              <a:t>AI use statement</a:t>
            </a:r>
            <a:r>
              <a:rPr lang="en-US" altLang="en-US" sz="2400"/>
              <a:t>: Explain where and how AI was used, what members and AI each did, and how AI outputs were checked and integrated.</a:t>
            </a:r>
            <a:endParaRPr 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Project Report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671195" y="1136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Report Format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Length</a:t>
            </a:r>
            <a:r>
              <a:rPr lang="en-US" altLang="en-US" sz="2400"/>
              <a:t>: </a:t>
            </a:r>
            <a:r>
              <a:rPr lang="en-US" altLang="en-US" sz="2400" b="1" u="sng"/>
              <a:t>Up to 8 A4 portrait pages</a:t>
            </a:r>
            <a:r>
              <a:rPr lang="en-US" altLang="en-US" sz="2400"/>
              <a:t>, plus unlimited pages for references in APA format and for the peer review.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Text</a:t>
            </a:r>
            <a:r>
              <a:rPr lang="en-US" altLang="en-US" sz="2400"/>
              <a:t>: 12-point Times New Roman, single line spacing, one column, and 1-inch margins.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Front matter</a:t>
            </a:r>
            <a:r>
              <a:rPr lang="en-US" altLang="en-US" sz="2400"/>
              <a:t>: No table of contents or cover page is needed.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Figures and tables</a:t>
            </a:r>
            <a:r>
              <a:rPr lang="en-US" altLang="en-US" sz="2400"/>
              <a:t>: Encouraged to make the report clear and easy to understand.</a:t>
            </a:r>
            <a:endParaRPr lang="en-US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Project Report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671195" y="1136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 dirty="0"/>
              <a:t>Peer Review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 dirty="0"/>
              <a:t>Assignment</a:t>
            </a:r>
            <a:r>
              <a:rPr lang="en-US" altLang="en-US" sz="2400" dirty="0"/>
              <a:t>: After all presentations, each group will be assigned another group to review.</a:t>
            </a:r>
            <a:endParaRPr lang="en-US" sz="2400" dirty="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 dirty="0"/>
              <a:t>Basis</a:t>
            </a:r>
            <a:r>
              <a:rPr lang="en-US" altLang="en-US" sz="2400" dirty="0"/>
              <a:t>: Review the assigned group's presentation and demonstration.</a:t>
            </a:r>
            <a:endParaRPr lang="en-US" sz="2400" dirty="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 dirty="0"/>
              <a:t>Content</a:t>
            </a:r>
            <a:r>
              <a:rPr lang="en-US" altLang="en-US" sz="2400" dirty="0"/>
              <a:t>: Comment on the task setting, methodology, evaluation, and system functionality, and give specific, constructive suggestions.</a:t>
            </a:r>
            <a:endParaRPr lang="en-US" sz="2400" dirty="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 dirty="0"/>
              <a:t>Submission</a:t>
            </a:r>
            <a:r>
              <a:rPr lang="en-US" altLang="en-US" sz="2400" dirty="0"/>
              <a:t>: Include the review in your project report. It does not count toward the 8-page limit.</a:t>
            </a:r>
            <a:endParaRPr lang="en-US" sz="2400" dirty="0"/>
          </a:p>
          <a:p>
            <a:pPr marL="342900" indent="-342900">
              <a:spcAft>
                <a:spcPts val="900"/>
              </a:spcAft>
              <a:buFont typeface="Arial" panose="020B0604020202090204" pitchFamily="34" charset="0"/>
              <a:buChar char="•"/>
            </a:pPr>
            <a:r>
              <a:rPr lang="en-US" altLang="en-US" sz="2400" b="1" u="sng" dirty="0"/>
              <a:t>Grading: The review is used only to grade the reviewing group. It will not be used to grade the reviewed group.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Assessment Rubrics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671195" y="1136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Assessment Overview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Project weight</a:t>
            </a:r>
            <a:r>
              <a:rPr lang="en-US" altLang="en-US" sz="2400"/>
              <a:t>: </a:t>
            </a:r>
            <a:r>
              <a:rPr lang="en-US" altLang="en-US" sz="2400" b="1" u="sng"/>
              <a:t>15% of the final course grade</a:t>
            </a:r>
            <a:r>
              <a:rPr lang="en-US" altLang="en-US" sz="2400"/>
              <a:t>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Criteria</a:t>
            </a:r>
            <a:r>
              <a:rPr lang="en-US" altLang="en-US" sz="2400"/>
              <a:t>: Appropriateness, Soundness, Excitement, Presentation, Writing, and Peer Review. Each contributes up to 2.5%.</a:t>
            </a:r>
            <a:endParaRPr lang="en-US" sz="2400"/>
          </a:p>
          <a:p>
            <a:endParaRPr lang="en-US" sz="240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/>
              <a:t>Achievement levels</a:t>
            </a:r>
            <a:r>
              <a:rPr lang="en-US" altLang="en-US" sz="2400"/>
              <a:t>: 2.5%, 2%, 1.5%, 1%, and 0.5% for each criterion.</a:t>
            </a:r>
            <a:endParaRPr 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Assessment Rubrics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671195" y="1136015"/>
            <a:ext cx="10986770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Scoring Rubrics</a:t>
            </a:r>
          </a:p>
          <a:p>
            <a:pPr indent="0">
              <a:buFont typeface="Arial" panose="020B0604020202090204" pitchFamily="34" charset="0"/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1) </a:t>
            </a:r>
            <a:r>
              <a:rPr lang="en-US" altLang="en-US" sz="2400" b="1" u="sng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Appropriateness</a:t>
            </a:r>
            <a:endParaRPr lang="en-US" altLang="en-US" sz="240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Task settings, challenges, methodologies, and system functionality are highly appropriate and relevant. (</a:t>
            </a:r>
            <a:r>
              <a:rPr lang="en-US" altLang="en-US" sz="2400">
                <a:solidFill>
                  <a:schemeClr val="accent4"/>
                </a:solidFill>
                <a:sym typeface="+mn-ea"/>
              </a:rPr>
              <a:t>2.5%</a:t>
            </a:r>
            <a:r>
              <a:rPr lang="en-US" altLang="en-US" sz="2400">
                <a:sym typeface="+mn-ea"/>
              </a:rPr>
              <a:t>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Task settings, challenges, methodologies, and system functionality are mostly appropriate and relevant. (</a:t>
            </a:r>
            <a:r>
              <a:rPr lang="en-US" altLang="en-US" sz="2400">
                <a:solidFill>
                  <a:schemeClr val="accent4"/>
                </a:solidFill>
                <a:sym typeface="+mn-ea"/>
              </a:rPr>
              <a:t>2%</a:t>
            </a:r>
            <a:r>
              <a:rPr lang="en-US" altLang="en-US" sz="2400">
                <a:sym typeface="+mn-ea"/>
              </a:rPr>
              <a:t>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Task settings, challenges, methodologies, and system functionality demonstrate some level of appropriateness. (</a:t>
            </a:r>
            <a:r>
              <a:rPr lang="en-US" altLang="en-US" sz="2400">
                <a:solidFill>
                  <a:schemeClr val="accent4"/>
                </a:solidFill>
                <a:sym typeface="+mn-ea"/>
              </a:rPr>
              <a:t>1.5%</a:t>
            </a:r>
            <a:r>
              <a:rPr lang="en-US" altLang="en-US" sz="2400">
                <a:sym typeface="+mn-ea"/>
              </a:rPr>
              <a:t>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Task settings, challenges, methodologies, and system functionality are inadequate. (</a:t>
            </a:r>
            <a:r>
              <a:rPr lang="en-US" altLang="en-US" sz="2400">
                <a:solidFill>
                  <a:schemeClr val="accent4"/>
                </a:solidFill>
                <a:sym typeface="+mn-ea"/>
              </a:rPr>
              <a:t>1%</a:t>
            </a:r>
            <a:r>
              <a:rPr lang="en-US" altLang="en-US" sz="2400">
                <a:sym typeface="+mn-ea"/>
              </a:rPr>
              <a:t>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Task settings, challenges, methodologies, and system functionality are inappropriate. (</a:t>
            </a:r>
            <a:r>
              <a:rPr lang="en-US" altLang="en-US" sz="2400">
                <a:solidFill>
                  <a:schemeClr val="accent4"/>
                </a:solidFill>
                <a:sym typeface="+mn-ea"/>
              </a:rPr>
              <a:t>0.5%</a:t>
            </a:r>
            <a:r>
              <a:rPr lang="en-US" altLang="en-US" sz="2400">
                <a:sym typeface="+mn-ea"/>
              </a:rPr>
              <a:t>) </a:t>
            </a:r>
            <a:endParaRPr lang="en-US" altLang="en-US" sz="2400"/>
          </a:p>
          <a:p>
            <a:pPr indent="0">
              <a:buFont typeface="Arial" panose="020B0604020202090204" pitchFamily="34" charset="0"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Assessment Rubrics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671195" y="1136015"/>
            <a:ext cx="10956290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Scoring Rubrics</a:t>
            </a:r>
          </a:p>
          <a:p>
            <a:pPr indent="0">
              <a:buFont typeface="Arial" panose="020B0604020202090204" pitchFamily="34" charset="0"/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2) </a:t>
            </a:r>
            <a:r>
              <a:rPr lang="en-US" altLang="en-US" sz="2400" b="1" u="sng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Soundness</a:t>
            </a:r>
            <a:endParaRPr lang="en-US" altLang="en-US" sz="240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demonstrates a comprehensive and well-organized development process with clear and logical explanations. (2.5%)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demonstrates a mostly comprehensive and well-organized development process with mostly clear and logical explanations. (2%)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demonstrates some level of organization and logic in the development process, but with some unclear explanations. (1.5%)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demonstrates limited organization and logic in the development process and provides inadequate explanations. (1%)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is disorganized and lacks a clear or logical development process with unclear or illogical explanations. (0.5%) </a:t>
            </a:r>
            <a:endParaRPr lang="en-US" altLang="en-US" sz="2400"/>
          </a:p>
          <a:p>
            <a:pPr indent="0">
              <a:buFont typeface="Arial" panose="020B0604020202090204" pitchFamily="34" charset="0"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Assessment Rubrics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671195" y="1136015"/>
            <a:ext cx="1118806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Scoring Rubrics</a:t>
            </a:r>
          </a:p>
          <a:p>
            <a:pPr indent="0">
              <a:buFont typeface="Arial" panose="020B0604020202090204" pitchFamily="34" charset="0"/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3) </a:t>
            </a:r>
            <a:r>
              <a:rPr lang="en-US" altLang="en-US" sz="2400" b="1" u="sng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Excitement</a:t>
            </a:r>
            <a:endParaRPr lang="en-US" altLang="en-US" sz="2400" u="sng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presents innovative and engaging ideas that consistently capture the attention of the audience. (2.5%)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presents engaging ideas that mostly capture the attention of the audience, but may lack consistency. (2%)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presents some level of engagement, but with areas of improvement and inconsistent audience attention. (1.5%)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lacks innovation and fails to capture the audience's excitement consistently. (1%)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lacks excitement or fails to engage the audience. (0.5%) </a:t>
            </a:r>
            <a:endParaRPr lang="en-US" altLang="en-US" sz="2400"/>
          </a:p>
          <a:p>
            <a:pPr indent="0">
              <a:buFont typeface="Arial" panose="020B0604020202090204" pitchFamily="34" charset="0"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Assessment Rubrics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671195" y="1136015"/>
            <a:ext cx="1152080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Scoring Rubrics</a:t>
            </a:r>
          </a:p>
          <a:p>
            <a:pPr indent="0">
              <a:buFont typeface="Arial" panose="020B0604020202090204" pitchFamily="34" charset="0"/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4) </a:t>
            </a:r>
            <a:r>
              <a:rPr lang="en-US" altLang="en-US" sz="2400" b="1" u="sng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Presentation</a:t>
            </a:r>
            <a:endParaRPr lang="en-US" altLang="en-US" sz="2400" u="sng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presentation is highly polished and professional, with excellent delivery and effective use of visual aids. (2.5%)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presentation is mostly polished and professional, with good delivery and adequate use of visual aids. (2%)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presentation has some areas of improvement in polish and professionalism, and delivery may lack consistency. (1.5%)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presentation lacks polish and professionalism, and delivery is weak. Visual aids are ineffective. (1%)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presentation is poorly executed, making it difficult to follow, with ineffective use of visual aids. (0.5%) </a:t>
            </a:r>
            <a:endParaRPr lang="en-US" altLang="en-US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Assessment Rubrics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671195" y="1136015"/>
            <a:ext cx="1152080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Scoring Rubrics</a:t>
            </a:r>
          </a:p>
          <a:p>
            <a:pPr indent="0">
              <a:buFont typeface="Arial" panose="020B0604020202090204" pitchFamily="34" charset="0"/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5) </a:t>
            </a:r>
            <a:r>
              <a:rPr lang="en-US" altLang="en-US" sz="2400" b="1" u="sng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Writing</a:t>
            </a:r>
            <a:endParaRPr lang="en-US" altLang="en-US" sz="2400" u="sng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report is well-written, with clear and concise explanations of ideas and proper use of grammar and formatting. (2.5%)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report is mostly well-written, with mostly clear and concise explanations of ideas and mostly proper use of grammar and formatting. (2%)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report is adequately written, with some clarity issues and inconsistent use of grammar and formatting. (1.5%) 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report is poorly written, with unclear or confusing explanations and significant errors in grammar and formatting. (1%)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project report is very poorly written, with numerous clarity and formatting errors, making it difficult to understand. (0.5%) </a:t>
            </a:r>
            <a:endParaRPr lang="en-US" altLang="en-US"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/>
          <p:cNvSpPr/>
          <p:nvPr/>
        </p:nvSpPr>
        <p:spPr>
          <a:xfrm>
            <a:off x="416560" y="240030"/>
            <a:ext cx="8025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Assessment Rubrics</a:t>
            </a:r>
            <a:endParaRPr lang="zh-CN" altLang="en-US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70647" y="365126"/>
            <a:ext cx="11187953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38785" y="1067435"/>
            <a:ext cx="11188700" cy="1337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544195" y="1009015"/>
            <a:ext cx="1070165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671195" y="1136015"/>
            <a:ext cx="11520805" cy="546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/>
              <a:t>Scoring Rubrics</a:t>
            </a:r>
          </a:p>
          <a:p>
            <a:pPr indent="0">
              <a:buFont typeface="Arial" panose="020B0604020202090204" pitchFamily="34" charset="0"/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6) </a:t>
            </a:r>
            <a:r>
              <a:rPr lang="en-US" altLang="en-US" sz="2400" b="1" u="sng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Peer Review</a:t>
            </a:r>
            <a:endParaRPr lang="en-US" altLang="en-US" sz="2400" u="sng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review is highly relevant to the reviewed group's work and highly constructive, providing specific, well-justified, and actionable suggestions. (2.5%)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review is relevant to the reviewed group's work and mostly constructive, providing some specific and actionable suggestions. (2%)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review is relevant to the reviewed group's work, but its suggestions are general or of limited constructiveness. (1.5%)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review is only partially relevant to the reviewed group's work and provides little constructive feedback. (1%)</a:t>
            </a: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en-US" sz="2400">
                <a:sym typeface="+mn-ea"/>
              </a:rPr>
              <a:t>The review is irrelevant to the reviewed group's work or provides no constructive feedback. (0.5%)</a:t>
            </a:r>
            <a:endParaRPr lang="en-US" altLang="en-US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49960" y="2291080"/>
            <a:ext cx="10291445" cy="2291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6000">
                <a:sym typeface="+mn-ea"/>
              </a:rPr>
              <a:t>Best of luck </a:t>
            </a:r>
            <a:br>
              <a:rPr lang="en-US" altLang="en-US" sz="6000">
                <a:sym typeface="+mn-ea"/>
              </a:rPr>
            </a:br>
            <a:r>
              <a:rPr lang="en-US" altLang="en-US" sz="6000">
                <a:sym typeface="+mn-ea"/>
              </a:rPr>
              <a:t>with your group project!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定义 1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32F2F"/>
      </a:accent1>
      <a:accent2>
        <a:srgbClr val="C62828"/>
      </a:accent2>
      <a:accent3>
        <a:srgbClr val="D32F2F"/>
      </a:accent3>
      <a:accent4>
        <a:srgbClr val="E53935"/>
      </a:accent4>
      <a:accent5>
        <a:srgbClr val="EF5350"/>
      </a:accent5>
      <a:accent6>
        <a:srgbClr val="B71C1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6597</Words>
  <Application>Microsoft Macintosh PowerPoint</Application>
  <PresentationFormat>宽屏</PresentationFormat>
  <Paragraphs>292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等线</vt:lpstr>
      <vt:lpstr>Microsoft YaHei</vt:lpstr>
      <vt:lpstr>Geomanist Regular</vt:lpstr>
      <vt:lpstr>Montserrat Hairline</vt:lpstr>
      <vt:lpstr>PingFang SC</vt:lpstr>
      <vt:lpstr>PingFang SC Semibold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sukie wang</dc:creator>
  <cp:lastModifiedBy>FAN, Zhao Yu [Student]</cp:lastModifiedBy>
  <cp:revision>1726</cp:revision>
  <dcterms:created xsi:type="dcterms:W3CDTF">2026-09-15T09:25:48Z</dcterms:created>
  <dcterms:modified xsi:type="dcterms:W3CDTF">2026-10-07T02:48:57Z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F03958FC400F756080B4CB689C399C46_42</vt:lpwstr>
  </property>
  <property fmtid="{D5CDD505-2E9C-101B-9397-08002B2CF9AE}" pid="3" name="KSOProductBuildVer">
    <vt:lpwstr>1033-7.2.2.8955</vt:lpwstr>
  </property>
</Properties>
</file>